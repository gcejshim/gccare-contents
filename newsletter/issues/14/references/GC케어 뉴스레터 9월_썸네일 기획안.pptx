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0" r:id="rId2"/>
    <p:sldId id="259" r:id="rId3"/>
    <p:sldId id="261" r:id="rId4"/>
    <p:sldId id="264" r:id="rId5"/>
    <p:sldId id="268" r:id="rId6"/>
    <p:sldId id="26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FCB28F-1434-4905-B143-E68466CDEA61}" v="90" dt="2026-08-28T09:26:21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6242" autoAdjust="0"/>
  </p:normalViewPr>
  <p:slideViewPr>
    <p:cSldViewPr snapToGrid="0">
      <p:cViewPr varScale="1">
        <p:scale>
          <a:sx n="106" d="100"/>
          <a:sy n="106" d="100"/>
        </p:scale>
        <p:origin x="11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권솔지 (Solji Kwon)" userId="c6e50b5d-2a17-4c16-86eb-fa4a6319781a" providerId="ADAL" clId="{705D0A18-3238-48AF-AA7E-8B9E88BF8E0E}"/>
    <pc:docChg chg="undo redo custSel addSld delSld modSld">
      <pc:chgData name="권솔지 (Solji Kwon)" userId="c6e50b5d-2a17-4c16-86eb-fa4a6319781a" providerId="ADAL" clId="{705D0A18-3238-48AF-AA7E-8B9E88BF8E0E}" dt="2026-08-28T09:32:07.129" v="4864" actId="1076"/>
      <pc:docMkLst>
        <pc:docMk/>
      </pc:docMkLst>
      <pc:sldChg chg="del">
        <pc:chgData name="권솔지 (Solji Kwon)" userId="c6e50b5d-2a17-4c16-86eb-fa4a6319781a" providerId="ADAL" clId="{705D0A18-3238-48AF-AA7E-8B9E88BF8E0E}" dt="2026-08-28T08:24:21.710" v="3365" actId="47"/>
        <pc:sldMkLst>
          <pc:docMk/>
          <pc:sldMk cId="0" sldId="257"/>
        </pc:sldMkLst>
      </pc:sldChg>
      <pc:sldChg chg="del">
        <pc:chgData name="권솔지 (Solji Kwon)" userId="c6e50b5d-2a17-4c16-86eb-fa4a6319781a" providerId="ADAL" clId="{705D0A18-3238-48AF-AA7E-8B9E88BF8E0E}" dt="2026-08-28T08:24:22.238" v="3366" actId="47"/>
        <pc:sldMkLst>
          <pc:docMk/>
          <pc:sldMk cId="0" sldId="258"/>
        </pc:sldMkLst>
      </pc:sldChg>
      <pc:sldChg chg="addSp delSp modSp mod">
        <pc:chgData name="권솔지 (Solji Kwon)" userId="c6e50b5d-2a17-4c16-86eb-fa4a6319781a" providerId="ADAL" clId="{705D0A18-3238-48AF-AA7E-8B9E88BF8E0E}" dt="2026-08-28T08:21:35.336" v="3192" actId="20577"/>
        <pc:sldMkLst>
          <pc:docMk/>
          <pc:sldMk cId="4235436868" sldId="259"/>
        </pc:sldMkLst>
        <pc:spChg chg="mod">
          <ac:chgData name="권솔지 (Solji Kwon)" userId="c6e50b5d-2a17-4c16-86eb-fa4a6319781a" providerId="ADAL" clId="{705D0A18-3238-48AF-AA7E-8B9E88BF8E0E}" dt="2026-08-28T08:20:24.302" v="3144" actId="20577"/>
          <ac:spMkLst>
            <pc:docMk/>
            <pc:sldMk cId="4235436868" sldId="259"/>
            <ac:spMk id="8" creationId="{B1DB9C79-84F7-746D-2AA9-30C8A6B19494}"/>
          </ac:spMkLst>
        </pc:spChg>
        <pc:spChg chg="mod">
          <ac:chgData name="권솔지 (Solji Kwon)" userId="c6e50b5d-2a17-4c16-86eb-fa4a6319781a" providerId="ADAL" clId="{705D0A18-3238-48AF-AA7E-8B9E88BF8E0E}" dt="2026-08-28T08:20:34.983" v="3150" actId="1076"/>
          <ac:spMkLst>
            <pc:docMk/>
            <pc:sldMk cId="4235436868" sldId="259"/>
            <ac:spMk id="9" creationId="{1568C3DD-6C4F-4F38-8B11-EEC215086D6D}"/>
          </ac:spMkLst>
        </pc:spChg>
        <pc:spChg chg="add mod">
          <ac:chgData name="권솔지 (Solji Kwon)" userId="c6e50b5d-2a17-4c16-86eb-fa4a6319781a" providerId="ADAL" clId="{705D0A18-3238-48AF-AA7E-8B9E88BF8E0E}" dt="2026-08-28T08:20:41.192" v="3162" actId="1076"/>
          <ac:spMkLst>
            <pc:docMk/>
            <pc:sldMk cId="4235436868" sldId="259"/>
            <ac:spMk id="10" creationId="{E7B3B2CF-8C3B-9807-6661-0C353F35A200}"/>
          </ac:spMkLst>
        </pc:spChg>
        <pc:spChg chg="mod">
          <ac:chgData name="권솔지 (Solji Kwon)" userId="c6e50b5d-2a17-4c16-86eb-fa4a6319781a" providerId="ADAL" clId="{705D0A18-3238-48AF-AA7E-8B9E88BF8E0E}" dt="2026-08-28T08:21:35.336" v="3192" actId="20577"/>
          <ac:spMkLst>
            <pc:docMk/>
            <pc:sldMk cId="4235436868" sldId="259"/>
            <ac:spMk id="18" creationId="{D14C06A3-7F05-887C-6D5B-AE2BD6AA8A5E}"/>
          </ac:spMkLst>
        </pc:spChg>
        <pc:grpChg chg="add mod">
          <ac:chgData name="권솔지 (Solji Kwon)" userId="c6e50b5d-2a17-4c16-86eb-fa4a6319781a" providerId="ADAL" clId="{705D0A18-3238-48AF-AA7E-8B9E88BF8E0E}" dt="2026-08-28T08:21:29.299" v="3179" actId="1076"/>
          <ac:grpSpMkLst>
            <pc:docMk/>
            <pc:sldMk cId="4235436868" sldId="259"/>
            <ac:grpSpMk id="19" creationId="{CBE0FD79-381B-F92F-D68C-FCC8B7EC84A8}"/>
          </ac:grpSpMkLst>
        </pc:grpChg>
        <pc:picChg chg="add mod">
          <ac:chgData name="권솔지 (Solji Kwon)" userId="c6e50b5d-2a17-4c16-86eb-fa4a6319781a" providerId="ADAL" clId="{705D0A18-3238-48AF-AA7E-8B9E88BF8E0E}" dt="2026-08-28T08:21:27.058" v="3178" actId="164"/>
          <ac:picMkLst>
            <pc:docMk/>
            <pc:sldMk cId="4235436868" sldId="259"/>
            <ac:picMk id="4" creationId="{DA497B2D-A566-E681-A7E3-C51DB9320EED}"/>
          </ac:picMkLst>
        </pc:picChg>
        <pc:picChg chg="add mod modCrop">
          <ac:chgData name="권솔지 (Solji Kwon)" userId="c6e50b5d-2a17-4c16-86eb-fa4a6319781a" providerId="ADAL" clId="{705D0A18-3238-48AF-AA7E-8B9E88BF8E0E}" dt="2026-08-28T08:21:31.728" v="3180" actId="1076"/>
          <ac:picMkLst>
            <pc:docMk/>
            <pc:sldMk cId="4235436868" sldId="259"/>
            <ac:picMk id="12" creationId="{FC0EF66E-B8BB-854F-8218-A42919BBE9A9}"/>
          </ac:picMkLst>
        </pc:picChg>
        <pc:picChg chg="add del mod">
          <ac:chgData name="권솔지 (Solji Kwon)" userId="c6e50b5d-2a17-4c16-86eb-fa4a6319781a" providerId="ADAL" clId="{705D0A18-3238-48AF-AA7E-8B9E88BF8E0E}" dt="2026-08-28T08:21:17.287" v="3174" actId="21"/>
          <ac:picMkLst>
            <pc:docMk/>
            <pc:sldMk cId="4235436868" sldId="259"/>
            <ac:picMk id="14" creationId="{E87D0BBF-B5DF-081A-EB94-670C32482AB9}"/>
          </ac:picMkLst>
        </pc:picChg>
      </pc:sldChg>
      <pc:sldChg chg="modSp mod">
        <pc:chgData name="권솔지 (Solji Kwon)" userId="c6e50b5d-2a17-4c16-86eb-fa4a6319781a" providerId="ADAL" clId="{705D0A18-3238-48AF-AA7E-8B9E88BF8E0E}" dt="2026-08-28T07:51:53.899" v="3048" actId="20577"/>
        <pc:sldMkLst>
          <pc:docMk/>
          <pc:sldMk cId="0" sldId="260"/>
        </pc:sldMkLst>
        <pc:spChg chg="mod">
          <ac:chgData name="권솔지 (Solji Kwon)" userId="c6e50b5d-2a17-4c16-86eb-fa4a6319781a" providerId="ADAL" clId="{705D0A18-3238-48AF-AA7E-8B9E88BF8E0E}" dt="2026-08-28T07:51:53.899" v="3048" actId="20577"/>
          <ac:spMkLst>
            <pc:docMk/>
            <pc:sldMk cId="0" sldId="260"/>
            <ac:spMk id="8" creationId="{00000000-0000-0000-0000-000000000000}"/>
          </ac:spMkLst>
        </pc:spChg>
      </pc:sldChg>
      <pc:sldChg chg="addSp delSp modSp mod">
        <pc:chgData name="권솔지 (Solji Kwon)" userId="c6e50b5d-2a17-4c16-86eb-fa4a6319781a" providerId="ADAL" clId="{705D0A18-3238-48AF-AA7E-8B9E88BF8E0E}" dt="2026-08-28T08:22:42.121" v="3311" actId="404"/>
        <pc:sldMkLst>
          <pc:docMk/>
          <pc:sldMk cId="2100719717" sldId="261"/>
        </pc:sldMkLst>
        <pc:spChg chg="mod">
          <ac:chgData name="권솔지 (Solji Kwon)" userId="c6e50b5d-2a17-4c16-86eb-fa4a6319781a" providerId="ADAL" clId="{705D0A18-3238-48AF-AA7E-8B9E88BF8E0E}" dt="2026-08-28T08:22:42.121" v="3311" actId="404"/>
          <ac:spMkLst>
            <pc:docMk/>
            <pc:sldMk cId="2100719717" sldId="261"/>
            <ac:spMk id="8" creationId="{D8EAE53A-7788-2858-59B9-A4BEC4D1AAFE}"/>
          </ac:spMkLst>
        </pc:spChg>
        <pc:spChg chg="del mod">
          <ac:chgData name="권솔지 (Solji Kwon)" userId="c6e50b5d-2a17-4c16-86eb-fa4a6319781a" providerId="ADAL" clId="{705D0A18-3238-48AF-AA7E-8B9E88BF8E0E}" dt="2026-08-28T08:22:19.603" v="3206" actId="21"/>
          <ac:spMkLst>
            <pc:docMk/>
            <pc:sldMk cId="2100719717" sldId="261"/>
            <ac:spMk id="9" creationId="{8557D3DE-F8F2-5281-5A52-5FF7AEA818D0}"/>
          </ac:spMkLst>
        </pc:spChg>
        <pc:spChg chg="del">
          <ac:chgData name="권솔지 (Solji Kwon)" userId="c6e50b5d-2a17-4c16-86eb-fa4a6319781a" providerId="ADAL" clId="{705D0A18-3238-48AF-AA7E-8B9E88BF8E0E}" dt="2026-08-28T08:22:04.240" v="3199" actId="21"/>
          <ac:spMkLst>
            <pc:docMk/>
            <pc:sldMk cId="2100719717" sldId="261"/>
            <ac:spMk id="11" creationId="{70D2EB7C-22CE-D5B3-D4C9-2A9F51647BAD}"/>
          </ac:spMkLst>
        </pc:spChg>
        <pc:spChg chg="add">
          <ac:chgData name="권솔지 (Solji Kwon)" userId="c6e50b5d-2a17-4c16-86eb-fa4a6319781a" providerId="ADAL" clId="{705D0A18-3238-48AF-AA7E-8B9E88BF8E0E}" dt="2026-08-28T08:22:12.007" v="3203" actId="22"/>
          <ac:spMkLst>
            <pc:docMk/>
            <pc:sldMk cId="2100719717" sldId="261"/>
            <ac:spMk id="13" creationId="{2BA94E4C-09A7-B7E1-8D8A-8AC4993D5A41}"/>
          </ac:spMkLst>
        </pc:spChg>
        <pc:spChg chg="mod">
          <ac:chgData name="권솔지 (Solji Kwon)" userId="c6e50b5d-2a17-4c16-86eb-fa4a6319781a" providerId="ADAL" clId="{705D0A18-3238-48AF-AA7E-8B9E88BF8E0E}" dt="2026-08-28T08:21:37.601" v="3193" actId="6549"/>
          <ac:spMkLst>
            <pc:docMk/>
            <pc:sldMk cId="2100719717" sldId="261"/>
            <ac:spMk id="18" creationId="{14909128-666E-D762-08E3-4D94D2426A00}"/>
          </ac:spMkLst>
        </pc:spChg>
        <pc:spChg chg="add">
          <ac:chgData name="권솔지 (Solji Kwon)" userId="c6e50b5d-2a17-4c16-86eb-fa4a6319781a" providerId="ADAL" clId="{705D0A18-3238-48AF-AA7E-8B9E88BF8E0E}" dt="2026-08-28T08:22:22.076" v="3207" actId="22"/>
          <ac:spMkLst>
            <pc:docMk/>
            <pc:sldMk cId="2100719717" sldId="261"/>
            <ac:spMk id="19" creationId="{AA081B75-5E85-4EC0-A77B-95CFBA3D2C1C}"/>
          </ac:spMkLst>
        </pc:spChg>
        <pc:picChg chg="del">
          <ac:chgData name="권솔지 (Solji Kwon)" userId="c6e50b5d-2a17-4c16-86eb-fa4a6319781a" providerId="ADAL" clId="{705D0A18-3238-48AF-AA7E-8B9E88BF8E0E}" dt="2026-08-28T08:22:02.576" v="3197" actId="21"/>
          <ac:picMkLst>
            <pc:docMk/>
            <pc:sldMk cId="2100719717" sldId="261"/>
            <ac:picMk id="4" creationId="{C51A9135-B188-7D59-EE41-C2473E26522F}"/>
          </ac:picMkLst>
        </pc:picChg>
        <pc:picChg chg="add mod">
          <ac:chgData name="권솔지 (Solji Kwon)" userId="c6e50b5d-2a17-4c16-86eb-fa4a6319781a" providerId="ADAL" clId="{705D0A18-3238-48AF-AA7E-8B9E88BF8E0E}" dt="2026-08-28T08:22:14.382" v="3204" actId="1076"/>
          <ac:picMkLst>
            <pc:docMk/>
            <pc:sldMk cId="2100719717" sldId="261"/>
            <ac:picMk id="5" creationId="{794BC8F9-7552-2C2D-AD09-0CE114953CDA}"/>
          </ac:picMkLst>
        </pc:picChg>
        <pc:cxnChg chg="del">
          <ac:chgData name="권솔지 (Solji Kwon)" userId="c6e50b5d-2a17-4c16-86eb-fa4a6319781a" providerId="ADAL" clId="{705D0A18-3238-48AF-AA7E-8B9E88BF8E0E}" dt="2026-08-28T08:22:08.796" v="3202" actId="21"/>
          <ac:cxnSpMkLst>
            <pc:docMk/>
            <pc:sldMk cId="2100719717" sldId="261"/>
            <ac:cxnSpMk id="10" creationId="{8EAAFAB3-9359-274B-61BE-BC7252983110}"/>
          </ac:cxnSpMkLst>
        </pc:cxnChg>
      </pc:sldChg>
      <pc:sldChg chg="del">
        <pc:chgData name="권솔지 (Solji Kwon)" userId="c6e50b5d-2a17-4c16-86eb-fa4a6319781a" providerId="ADAL" clId="{705D0A18-3238-48AF-AA7E-8B9E88BF8E0E}" dt="2026-08-28T09:23:35.699" v="4416" actId="47"/>
        <pc:sldMkLst>
          <pc:docMk/>
          <pc:sldMk cId="0" sldId="263"/>
        </pc:sldMkLst>
      </pc:sldChg>
      <pc:sldChg chg="addSp delSp modSp mod">
        <pc:chgData name="권솔지 (Solji Kwon)" userId="c6e50b5d-2a17-4c16-86eb-fa4a6319781a" providerId="ADAL" clId="{705D0A18-3238-48AF-AA7E-8B9E88BF8E0E}" dt="2026-08-28T09:04:48.365" v="3919" actId="1076"/>
        <pc:sldMkLst>
          <pc:docMk/>
          <pc:sldMk cId="125270118" sldId="264"/>
        </pc:sldMkLst>
        <pc:spChg chg="add del">
          <ac:chgData name="권솔지 (Solji Kwon)" userId="c6e50b5d-2a17-4c16-86eb-fa4a6319781a" providerId="ADAL" clId="{705D0A18-3238-48AF-AA7E-8B9E88BF8E0E}" dt="2026-08-28T08:29:37.400" v="3368" actId="22"/>
          <ac:spMkLst>
            <pc:docMk/>
            <pc:sldMk cId="125270118" sldId="264"/>
            <ac:spMk id="7" creationId="{27EE031B-A8BA-2127-EA18-998E22732ABF}"/>
          </ac:spMkLst>
        </pc:spChg>
        <pc:spChg chg="add mod">
          <ac:chgData name="권솔지 (Solji Kwon)" userId="c6e50b5d-2a17-4c16-86eb-fa4a6319781a" providerId="ADAL" clId="{705D0A18-3238-48AF-AA7E-8B9E88BF8E0E}" dt="2026-08-28T08:59:28.695" v="3684" actId="1076"/>
          <ac:spMkLst>
            <pc:docMk/>
            <pc:sldMk cId="125270118" sldId="264"/>
            <ac:spMk id="9" creationId="{40AF87EF-5921-5230-D4C0-38ABF870F9F5}"/>
          </ac:spMkLst>
        </pc:spChg>
        <pc:spChg chg="mod">
          <ac:chgData name="권솔지 (Solji Kwon)" userId="c6e50b5d-2a17-4c16-86eb-fa4a6319781a" providerId="ADAL" clId="{705D0A18-3238-48AF-AA7E-8B9E88BF8E0E}" dt="2026-08-28T08:58:46.535" v="3682" actId="20577"/>
          <ac:spMkLst>
            <pc:docMk/>
            <pc:sldMk cId="125270118" sldId="264"/>
            <ac:spMk id="17" creationId="{09D029C8-058B-8C97-2F74-EF0102B2CBC8}"/>
          </ac:spMkLst>
        </pc:spChg>
        <pc:spChg chg="add mod">
          <ac:chgData name="권솔지 (Solji Kwon)" userId="c6e50b5d-2a17-4c16-86eb-fa4a6319781a" providerId="ADAL" clId="{705D0A18-3238-48AF-AA7E-8B9E88BF8E0E}" dt="2026-08-28T08:59:28.695" v="3684" actId="1076"/>
          <ac:spMkLst>
            <pc:docMk/>
            <pc:sldMk cId="125270118" sldId="264"/>
            <ac:spMk id="29" creationId="{72406195-3C8A-2DC7-B012-68F9A429D66B}"/>
          </ac:spMkLst>
        </pc:spChg>
        <pc:spChg chg="add mod">
          <ac:chgData name="권솔지 (Solji Kwon)" userId="c6e50b5d-2a17-4c16-86eb-fa4a6319781a" providerId="ADAL" clId="{705D0A18-3238-48AF-AA7E-8B9E88BF8E0E}" dt="2026-08-28T09:00:31.688" v="3701" actId="113"/>
          <ac:spMkLst>
            <pc:docMk/>
            <pc:sldMk cId="125270118" sldId="264"/>
            <ac:spMk id="31" creationId="{3F25B473-420C-CCF0-8263-1D52C0817C99}"/>
          </ac:spMkLst>
        </pc:spChg>
        <pc:spChg chg="add mod">
          <ac:chgData name="권솔지 (Solji Kwon)" userId="c6e50b5d-2a17-4c16-86eb-fa4a6319781a" providerId="ADAL" clId="{705D0A18-3238-48AF-AA7E-8B9E88BF8E0E}" dt="2026-08-28T08:59:28.695" v="3684" actId="1076"/>
          <ac:spMkLst>
            <pc:docMk/>
            <pc:sldMk cId="125270118" sldId="264"/>
            <ac:spMk id="33" creationId="{73AD7277-227D-767B-BEB2-22E66EBC7B26}"/>
          </ac:spMkLst>
        </pc:spChg>
        <pc:spChg chg="add mod">
          <ac:chgData name="권솔지 (Solji Kwon)" userId="c6e50b5d-2a17-4c16-86eb-fa4a6319781a" providerId="ADAL" clId="{705D0A18-3238-48AF-AA7E-8B9E88BF8E0E}" dt="2026-08-28T09:00:17.706" v="3699" actId="113"/>
          <ac:spMkLst>
            <pc:docMk/>
            <pc:sldMk cId="125270118" sldId="264"/>
            <ac:spMk id="35" creationId="{1F7DA08C-A027-4CFA-0D88-302230F7080D}"/>
          </ac:spMkLst>
        </pc:spChg>
        <pc:spChg chg="add mod">
          <ac:chgData name="권솔지 (Solji Kwon)" userId="c6e50b5d-2a17-4c16-86eb-fa4a6319781a" providerId="ADAL" clId="{705D0A18-3238-48AF-AA7E-8B9E88BF8E0E}" dt="2026-08-28T08:59:28.695" v="3684" actId="1076"/>
          <ac:spMkLst>
            <pc:docMk/>
            <pc:sldMk cId="125270118" sldId="264"/>
            <ac:spMk id="37" creationId="{3D1CC372-2C17-CB10-A1DC-BA33D5802503}"/>
          </ac:spMkLst>
        </pc:spChg>
        <pc:spChg chg="add mod">
          <ac:chgData name="권솔지 (Solji Kwon)" userId="c6e50b5d-2a17-4c16-86eb-fa4a6319781a" providerId="ADAL" clId="{705D0A18-3238-48AF-AA7E-8B9E88BF8E0E}" dt="2026-08-28T08:59:28.695" v="3684" actId="1076"/>
          <ac:spMkLst>
            <pc:docMk/>
            <pc:sldMk cId="125270118" sldId="264"/>
            <ac:spMk id="39" creationId="{947FA280-ED54-8D4C-610E-73F07134673F}"/>
          </ac:spMkLst>
        </pc:spChg>
        <pc:spChg chg="add mod">
          <ac:chgData name="권솔지 (Solji Kwon)" userId="c6e50b5d-2a17-4c16-86eb-fa4a6319781a" providerId="ADAL" clId="{705D0A18-3238-48AF-AA7E-8B9E88BF8E0E}" dt="2026-08-28T09:04:48.365" v="3919" actId="1076"/>
          <ac:spMkLst>
            <pc:docMk/>
            <pc:sldMk cId="125270118" sldId="264"/>
            <ac:spMk id="41" creationId="{25FCB403-E9E5-BC1E-6711-2413EF261441}"/>
          </ac:spMkLst>
        </pc:spChg>
        <pc:spChg chg="add mod">
          <ac:chgData name="권솔지 (Solji Kwon)" userId="c6e50b5d-2a17-4c16-86eb-fa4a6319781a" providerId="ADAL" clId="{705D0A18-3238-48AF-AA7E-8B9E88BF8E0E}" dt="2026-08-28T09:04:48.365" v="3919" actId="1076"/>
          <ac:spMkLst>
            <pc:docMk/>
            <pc:sldMk cId="125270118" sldId="264"/>
            <ac:spMk id="43" creationId="{53C65EDB-9B07-A07D-DE5E-94AFF2B90749}"/>
          </ac:spMkLst>
        </pc:spChg>
        <pc:spChg chg="add mod">
          <ac:chgData name="권솔지 (Solji Kwon)" userId="c6e50b5d-2a17-4c16-86eb-fa4a6319781a" providerId="ADAL" clId="{705D0A18-3238-48AF-AA7E-8B9E88BF8E0E}" dt="2026-08-28T09:04:48.365" v="3919" actId="1076"/>
          <ac:spMkLst>
            <pc:docMk/>
            <pc:sldMk cId="125270118" sldId="264"/>
            <ac:spMk id="45" creationId="{93709D53-5C7C-B9E1-DEC8-F435CC481C33}"/>
          </ac:spMkLst>
        </pc:spChg>
        <pc:spChg chg="add del">
          <ac:chgData name="권솔지 (Solji Kwon)" userId="c6e50b5d-2a17-4c16-86eb-fa4a6319781a" providerId="ADAL" clId="{705D0A18-3238-48AF-AA7E-8B9E88BF8E0E}" dt="2026-08-28T08:59:58.292" v="3689" actId="22"/>
          <ac:spMkLst>
            <pc:docMk/>
            <pc:sldMk cId="125270118" sldId="264"/>
            <ac:spMk id="47" creationId="{8D5EEC3F-7F30-0A02-262F-1D86369D6C01}"/>
          </ac:spMkLst>
        </pc:spChg>
        <pc:spChg chg="add mod">
          <ac:chgData name="권솔지 (Solji Kwon)" userId="c6e50b5d-2a17-4c16-86eb-fa4a6319781a" providerId="ADAL" clId="{705D0A18-3238-48AF-AA7E-8B9E88BF8E0E}" dt="2026-08-28T09:04:48.365" v="3919" actId="1076"/>
          <ac:spMkLst>
            <pc:docMk/>
            <pc:sldMk cId="125270118" sldId="264"/>
            <ac:spMk id="49" creationId="{6AA62CD3-EAE7-C1DF-5267-ED391197A6E3}"/>
          </ac:spMkLst>
        </pc:spChg>
        <pc:spChg chg="add mod">
          <ac:chgData name="권솔지 (Solji Kwon)" userId="c6e50b5d-2a17-4c16-86eb-fa4a6319781a" providerId="ADAL" clId="{705D0A18-3238-48AF-AA7E-8B9E88BF8E0E}" dt="2026-08-28T09:04:48.365" v="3919" actId="1076"/>
          <ac:spMkLst>
            <pc:docMk/>
            <pc:sldMk cId="125270118" sldId="264"/>
            <ac:spMk id="51" creationId="{FB0215EC-FE20-FEF4-CC79-EC9407C56B21}"/>
          </ac:spMkLst>
        </pc:spChg>
        <pc:spChg chg="add mod">
          <ac:chgData name="권솔지 (Solji Kwon)" userId="c6e50b5d-2a17-4c16-86eb-fa4a6319781a" providerId="ADAL" clId="{705D0A18-3238-48AF-AA7E-8B9E88BF8E0E}" dt="2026-08-28T09:04:48.365" v="3919" actId="1076"/>
          <ac:spMkLst>
            <pc:docMk/>
            <pc:sldMk cId="125270118" sldId="264"/>
            <ac:spMk id="53" creationId="{1D7BBC55-D44A-7842-7743-2013DB124D49}"/>
          </ac:spMkLst>
        </pc:spChg>
        <pc:grpChg chg="del">
          <ac:chgData name="권솔지 (Solji Kwon)" userId="c6e50b5d-2a17-4c16-86eb-fa4a6319781a" providerId="ADAL" clId="{705D0A18-3238-48AF-AA7E-8B9E88BF8E0E}" dt="2026-08-28T08:24:19.843" v="3364" actId="21"/>
          <ac:grpSpMkLst>
            <pc:docMk/>
            <pc:sldMk cId="125270118" sldId="264"/>
            <ac:grpSpMk id="3" creationId="{E196C9DF-B85B-D693-1CB2-72CA0F82E33C}"/>
          </ac:grpSpMkLst>
        </pc:grpChg>
        <pc:grpChg chg="mod">
          <ac:chgData name="권솔지 (Solji Kwon)" userId="c6e50b5d-2a17-4c16-86eb-fa4a6319781a" providerId="ADAL" clId="{705D0A18-3238-48AF-AA7E-8B9E88BF8E0E}" dt="2026-08-28T08:58:40.799" v="3657" actId="1076"/>
          <ac:grpSpMkLst>
            <pc:docMk/>
            <pc:sldMk cId="125270118" sldId="264"/>
            <ac:grpSpMk id="15" creationId="{A5F60696-EDCC-C0D9-05AE-E11D94534033}"/>
          </ac:grpSpMkLst>
        </pc:grpChg>
      </pc:sldChg>
      <pc:sldChg chg="del">
        <pc:chgData name="권솔지 (Solji Kwon)" userId="c6e50b5d-2a17-4c16-86eb-fa4a6319781a" providerId="ADAL" clId="{705D0A18-3238-48AF-AA7E-8B9E88BF8E0E}" dt="2026-08-28T09:23:36.249" v="4417" actId="47"/>
        <pc:sldMkLst>
          <pc:docMk/>
          <pc:sldMk cId="4160800258" sldId="265"/>
        </pc:sldMkLst>
      </pc:sldChg>
      <pc:sldChg chg="del">
        <pc:chgData name="권솔지 (Solji Kwon)" userId="c6e50b5d-2a17-4c16-86eb-fa4a6319781a" providerId="ADAL" clId="{705D0A18-3238-48AF-AA7E-8B9E88BF8E0E}" dt="2026-08-28T09:23:36.760" v="4418" actId="47"/>
        <pc:sldMkLst>
          <pc:docMk/>
          <pc:sldMk cId="2628613286" sldId="266"/>
        </pc:sldMkLst>
      </pc:sldChg>
      <pc:sldChg chg="del">
        <pc:chgData name="권솔지 (Solji Kwon)" userId="c6e50b5d-2a17-4c16-86eb-fa4a6319781a" providerId="ADAL" clId="{705D0A18-3238-48AF-AA7E-8B9E88BF8E0E}" dt="2026-08-28T09:23:37.333" v="4419" actId="47"/>
        <pc:sldMkLst>
          <pc:docMk/>
          <pc:sldMk cId="4088734740" sldId="267"/>
        </pc:sldMkLst>
      </pc:sldChg>
      <pc:sldChg chg="addSp delSp modSp add mod">
        <pc:chgData name="권솔지 (Solji Kwon)" userId="c6e50b5d-2a17-4c16-86eb-fa4a6319781a" providerId="ADAL" clId="{705D0A18-3238-48AF-AA7E-8B9E88BF8E0E}" dt="2026-08-28T09:31:23.407" v="4796" actId="20577"/>
        <pc:sldMkLst>
          <pc:docMk/>
          <pc:sldMk cId="1440197568" sldId="268"/>
        </pc:sldMkLst>
        <pc:spChg chg="add del">
          <ac:chgData name="권솔지 (Solji Kwon)" userId="c6e50b5d-2a17-4c16-86eb-fa4a6319781a" providerId="ADAL" clId="{705D0A18-3238-48AF-AA7E-8B9E88BF8E0E}" dt="2026-08-28T09:07:09.621" v="4002" actId="22"/>
          <ac:spMkLst>
            <pc:docMk/>
            <pc:sldMk cId="1440197568" sldId="268"/>
            <ac:spMk id="4" creationId="{B7D4495C-EE5F-1C72-C546-5FEBE638E167}"/>
          </ac:spMkLst>
        </pc:spChg>
        <pc:spChg chg="add del mod">
          <ac:chgData name="권솔지 (Solji Kwon)" userId="c6e50b5d-2a17-4c16-86eb-fa4a6319781a" providerId="ADAL" clId="{705D0A18-3238-48AF-AA7E-8B9E88BF8E0E}" dt="2026-08-28T09:07:12.526" v="4006" actId="21"/>
          <ac:spMkLst>
            <pc:docMk/>
            <pc:sldMk cId="1440197568" sldId="268"/>
            <ac:spMk id="6" creationId="{FD53AE2C-BB36-6EA6-C664-E1BFD696444B}"/>
          </ac:spMkLst>
        </pc:spChg>
        <pc:spChg chg="add del">
          <ac:chgData name="권솔지 (Solji Kwon)" userId="c6e50b5d-2a17-4c16-86eb-fa4a6319781a" providerId="ADAL" clId="{705D0A18-3238-48AF-AA7E-8B9E88BF8E0E}" dt="2026-08-28T09:07:13.951" v="4008" actId="22"/>
          <ac:spMkLst>
            <pc:docMk/>
            <pc:sldMk cId="1440197568" sldId="268"/>
            <ac:spMk id="8" creationId="{0CCAF758-097F-9544-74E6-9264A48AF1E9}"/>
          </ac:spMkLst>
        </pc:spChg>
        <pc:spChg chg="del">
          <ac:chgData name="권솔지 (Solji Kwon)" userId="c6e50b5d-2a17-4c16-86eb-fa4a6319781a" providerId="ADAL" clId="{705D0A18-3238-48AF-AA7E-8B9E88BF8E0E}" dt="2026-08-28T09:04:52.258" v="3921" actId="21"/>
          <ac:spMkLst>
            <pc:docMk/>
            <pc:sldMk cId="1440197568" sldId="268"/>
            <ac:spMk id="9" creationId="{699BF943-99D2-D97B-18AE-F42545EFE058}"/>
          </ac:spMkLst>
        </pc:spChg>
        <pc:spChg chg="add mod">
          <ac:chgData name="권솔지 (Solji Kwon)" userId="c6e50b5d-2a17-4c16-86eb-fa4a6319781a" providerId="ADAL" clId="{705D0A18-3238-48AF-AA7E-8B9E88BF8E0E}" dt="2026-08-28T09:08:38.290" v="4147" actId="1076"/>
          <ac:spMkLst>
            <pc:docMk/>
            <pc:sldMk cId="1440197568" sldId="268"/>
            <ac:spMk id="11" creationId="{0D4E8205-ABC4-2A3D-34C4-9B5BF0C4DB3B}"/>
          </ac:spMkLst>
        </pc:spChg>
        <pc:spChg chg="add mod">
          <ac:chgData name="권솔지 (Solji Kwon)" userId="c6e50b5d-2a17-4c16-86eb-fa4a6319781a" providerId="ADAL" clId="{705D0A18-3238-48AF-AA7E-8B9E88BF8E0E}" dt="2026-08-28T09:29:11.414" v="4464" actId="1076"/>
          <ac:spMkLst>
            <pc:docMk/>
            <pc:sldMk cId="1440197568" sldId="268"/>
            <ac:spMk id="13" creationId="{7762AC9E-58F1-2F87-CB78-C518B0C431FD}"/>
          </ac:spMkLst>
        </pc:spChg>
        <pc:spChg chg="add del">
          <ac:chgData name="권솔지 (Solji Kwon)" userId="c6e50b5d-2a17-4c16-86eb-fa4a6319781a" providerId="ADAL" clId="{705D0A18-3238-48AF-AA7E-8B9E88BF8E0E}" dt="2026-08-28T09:15:21.263" v="4153" actId="22"/>
          <ac:spMkLst>
            <pc:docMk/>
            <pc:sldMk cId="1440197568" sldId="268"/>
            <ac:spMk id="18" creationId="{5C1CA401-841A-6735-E167-B8A522E02389}"/>
          </ac:spMkLst>
        </pc:spChg>
        <pc:spChg chg="add del">
          <ac:chgData name="권솔지 (Solji Kwon)" userId="c6e50b5d-2a17-4c16-86eb-fa4a6319781a" providerId="ADAL" clId="{705D0A18-3238-48AF-AA7E-8B9E88BF8E0E}" dt="2026-08-28T09:15:23.631" v="4155" actId="22"/>
          <ac:spMkLst>
            <pc:docMk/>
            <pc:sldMk cId="1440197568" sldId="268"/>
            <ac:spMk id="20" creationId="{0F15D8F3-2EDB-CD29-3CDB-C3A216C6D458}"/>
          </ac:spMkLst>
        </pc:spChg>
        <pc:spChg chg="add mod">
          <ac:chgData name="권솔지 (Solji Kwon)" userId="c6e50b5d-2a17-4c16-86eb-fa4a6319781a" providerId="ADAL" clId="{705D0A18-3238-48AF-AA7E-8B9E88BF8E0E}" dt="2026-08-28T09:29:11.414" v="4464" actId="1076"/>
          <ac:spMkLst>
            <pc:docMk/>
            <pc:sldMk cId="1440197568" sldId="268"/>
            <ac:spMk id="22" creationId="{291DC41F-356B-5495-6873-EAA6BD06C6C2}"/>
          </ac:spMkLst>
        </pc:spChg>
        <pc:spChg chg="add del mod">
          <ac:chgData name="권솔지 (Solji Kwon)" userId="c6e50b5d-2a17-4c16-86eb-fa4a6319781a" providerId="ADAL" clId="{705D0A18-3238-48AF-AA7E-8B9E88BF8E0E}" dt="2026-08-28T09:19:24.888" v="4415" actId="21"/>
          <ac:spMkLst>
            <pc:docMk/>
            <pc:sldMk cId="1440197568" sldId="268"/>
            <ac:spMk id="24" creationId="{9171F26F-1237-7DB6-D501-59D4259CA599}"/>
          </ac:spMkLst>
        </pc:spChg>
        <pc:spChg chg="add mod">
          <ac:chgData name="권솔지 (Solji Kwon)" userId="c6e50b5d-2a17-4c16-86eb-fa4a6319781a" providerId="ADAL" clId="{705D0A18-3238-48AF-AA7E-8B9E88BF8E0E}" dt="2026-08-28T09:29:11.414" v="4464" actId="1076"/>
          <ac:spMkLst>
            <pc:docMk/>
            <pc:sldMk cId="1440197568" sldId="268"/>
            <ac:spMk id="26" creationId="{EAC027A0-F8D5-B8C2-516F-B8A7B11058E0}"/>
          </ac:spMkLst>
        </pc:spChg>
        <pc:spChg chg="add mod">
          <ac:chgData name="권솔지 (Solji Kwon)" userId="c6e50b5d-2a17-4c16-86eb-fa4a6319781a" providerId="ADAL" clId="{705D0A18-3238-48AF-AA7E-8B9E88BF8E0E}" dt="2026-08-28T09:29:11.414" v="4464" actId="1076"/>
          <ac:spMkLst>
            <pc:docMk/>
            <pc:sldMk cId="1440197568" sldId="268"/>
            <ac:spMk id="28" creationId="{F290D070-D554-6FF3-A172-AF2AF1261F1A}"/>
          </ac:spMkLst>
        </pc:spChg>
        <pc:spChg chg="mod">
          <ac:chgData name="권솔지 (Solji Kwon)" userId="c6e50b5d-2a17-4c16-86eb-fa4a6319781a" providerId="ADAL" clId="{705D0A18-3238-48AF-AA7E-8B9E88BF8E0E}" dt="2026-08-28T09:08:33.242" v="4144" actId="14100"/>
          <ac:spMkLst>
            <pc:docMk/>
            <pc:sldMk cId="1440197568" sldId="268"/>
            <ac:spMk id="29" creationId="{8B63D5E1-AE55-EB48-F4E2-A783C1C3A594}"/>
          </ac:spMkLst>
        </pc:spChg>
        <pc:spChg chg="mod">
          <ac:chgData name="권솔지 (Solji Kwon)" userId="c6e50b5d-2a17-4c16-86eb-fa4a6319781a" providerId="ADAL" clId="{705D0A18-3238-48AF-AA7E-8B9E88BF8E0E}" dt="2026-08-28T09:06:53.424" v="4000" actId="14100"/>
          <ac:spMkLst>
            <pc:docMk/>
            <pc:sldMk cId="1440197568" sldId="268"/>
            <ac:spMk id="31" creationId="{AB4B9F74-F18F-25D5-9519-79C408C22FF9}"/>
          </ac:spMkLst>
        </pc:spChg>
        <pc:spChg chg="mod">
          <ac:chgData name="권솔지 (Solji Kwon)" userId="c6e50b5d-2a17-4c16-86eb-fa4a6319781a" providerId="ADAL" clId="{705D0A18-3238-48AF-AA7E-8B9E88BF8E0E}" dt="2026-08-28T09:08:59.066" v="4148" actId="14100"/>
          <ac:spMkLst>
            <pc:docMk/>
            <pc:sldMk cId="1440197568" sldId="268"/>
            <ac:spMk id="33" creationId="{C860024C-8E60-AD63-81FC-8C84FBAEDEB7}"/>
          </ac:spMkLst>
        </pc:spChg>
        <pc:spChg chg="del">
          <ac:chgData name="권솔지 (Solji Kwon)" userId="c6e50b5d-2a17-4c16-86eb-fa4a6319781a" providerId="ADAL" clId="{705D0A18-3238-48AF-AA7E-8B9E88BF8E0E}" dt="2026-08-28T09:05:00.666" v="3925" actId="21"/>
          <ac:spMkLst>
            <pc:docMk/>
            <pc:sldMk cId="1440197568" sldId="268"/>
            <ac:spMk id="35" creationId="{0FB9396F-6294-CA6A-DAF0-86998F4BEE94}"/>
          </ac:spMkLst>
        </pc:spChg>
        <pc:spChg chg="mod">
          <ac:chgData name="권솔지 (Solji Kwon)" userId="c6e50b5d-2a17-4c16-86eb-fa4a6319781a" providerId="ADAL" clId="{705D0A18-3238-48AF-AA7E-8B9E88BF8E0E}" dt="2026-08-28T09:05:07.804" v="3928" actId="1076"/>
          <ac:spMkLst>
            <pc:docMk/>
            <pc:sldMk cId="1440197568" sldId="268"/>
            <ac:spMk id="37" creationId="{3A7CBAFC-99C6-8F1A-A9EE-65A7FABF5AE3}"/>
          </ac:spMkLst>
        </pc:spChg>
        <pc:spChg chg="del">
          <ac:chgData name="권솔지 (Solji Kwon)" userId="c6e50b5d-2a17-4c16-86eb-fa4a6319781a" providerId="ADAL" clId="{705D0A18-3238-48AF-AA7E-8B9E88BF8E0E}" dt="2026-08-28T09:05:00.666" v="3925" actId="21"/>
          <ac:spMkLst>
            <pc:docMk/>
            <pc:sldMk cId="1440197568" sldId="268"/>
            <ac:spMk id="39" creationId="{F4A78B07-869F-2DF0-20DE-CBFC37FFAAC8}"/>
          </ac:spMkLst>
        </pc:spChg>
        <pc:spChg chg="add mod">
          <ac:chgData name="권솔지 (Solji Kwon)" userId="c6e50b5d-2a17-4c16-86eb-fa4a6319781a" providerId="ADAL" clId="{705D0A18-3238-48AF-AA7E-8B9E88BF8E0E}" dt="2026-08-28T09:31:23.407" v="4796" actId="20577"/>
          <ac:spMkLst>
            <pc:docMk/>
            <pc:sldMk cId="1440197568" sldId="268"/>
            <ac:spMk id="40" creationId="{E0CA45F7-2696-1999-CCBE-F41B3194749D}"/>
          </ac:spMkLst>
        </pc:spChg>
        <pc:spChg chg="del">
          <ac:chgData name="권솔지 (Solji Kwon)" userId="c6e50b5d-2a17-4c16-86eb-fa4a6319781a" providerId="ADAL" clId="{705D0A18-3238-48AF-AA7E-8B9E88BF8E0E}" dt="2026-08-28T09:04:58.192" v="3924" actId="21"/>
          <ac:spMkLst>
            <pc:docMk/>
            <pc:sldMk cId="1440197568" sldId="268"/>
            <ac:spMk id="41" creationId="{C458B402-C8BE-9A0E-7B47-8FFE1CFFCBC2}"/>
          </ac:spMkLst>
        </pc:spChg>
        <pc:spChg chg="del">
          <ac:chgData name="권솔지 (Solji Kwon)" userId="c6e50b5d-2a17-4c16-86eb-fa4a6319781a" providerId="ADAL" clId="{705D0A18-3238-48AF-AA7E-8B9E88BF8E0E}" dt="2026-08-28T09:04:58.192" v="3924" actId="21"/>
          <ac:spMkLst>
            <pc:docMk/>
            <pc:sldMk cId="1440197568" sldId="268"/>
            <ac:spMk id="43" creationId="{8B9B537B-F161-0889-3B39-DD8C79B28BCC}"/>
          </ac:spMkLst>
        </pc:spChg>
        <pc:spChg chg="del">
          <ac:chgData name="권솔지 (Solji Kwon)" userId="c6e50b5d-2a17-4c16-86eb-fa4a6319781a" providerId="ADAL" clId="{705D0A18-3238-48AF-AA7E-8B9E88BF8E0E}" dt="2026-08-28T09:04:58.192" v="3924" actId="21"/>
          <ac:spMkLst>
            <pc:docMk/>
            <pc:sldMk cId="1440197568" sldId="268"/>
            <ac:spMk id="45" creationId="{EA6ECDC0-1C57-B3DA-453F-FB0CA5EB2AE5}"/>
          </ac:spMkLst>
        </pc:spChg>
        <pc:spChg chg="del">
          <ac:chgData name="권솔지 (Solji Kwon)" userId="c6e50b5d-2a17-4c16-86eb-fa4a6319781a" providerId="ADAL" clId="{705D0A18-3238-48AF-AA7E-8B9E88BF8E0E}" dt="2026-08-28T09:04:58.192" v="3924" actId="21"/>
          <ac:spMkLst>
            <pc:docMk/>
            <pc:sldMk cId="1440197568" sldId="268"/>
            <ac:spMk id="49" creationId="{9A0CC027-B8E6-789C-947B-F57696FB242A}"/>
          </ac:spMkLst>
        </pc:spChg>
        <pc:spChg chg="del">
          <ac:chgData name="권솔지 (Solji Kwon)" userId="c6e50b5d-2a17-4c16-86eb-fa4a6319781a" providerId="ADAL" clId="{705D0A18-3238-48AF-AA7E-8B9E88BF8E0E}" dt="2026-08-28T09:04:58.192" v="3924" actId="21"/>
          <ac:spMkLst>
            <pc:docMk/>
            <pc:sldMk cId="1440197568" sldId="268"/>
            <ac:spMk id="51" creationId="{1C972F7E-C53B-53AF-B842-2D632E2BF126}"/>
          </ac:spMkLst>
        </pc:spChg>
        <pc:spChg chg="del">
          <ac:chgData name="권솔지 (Solji Kwon)" userId="c6e50b5d-2a17-4c16-86eb-fa4a6319781a" providerId="ADAL" clId="{705D0A18-3238-48AF-AA7E-8B9E88BF8E0E}" dt="2026-08-28T09:04:58.192" v="3924" actId="21"/>
          <ac:spMkLst>
            <pc:docMk/>
            <pc:sldMk cId="1440197568" sldId="268"/>
            <ac:spMk id="53" creationId="{7CE5975F-0A06-DF72-4BEC-D8E230EB585E}"/>
          </ac:spMkLst>
        </pc:spChg>
        <pc:picChg chg="add mod modCrop">
          <ac:chgData name="권솔지 (Solji Kwon)" userId="c6e50b5d-2a17-4c16-86eb-fa4a6319781a" providerId="ADAL" clId="{705D0A18-3238-48AF-AA7E-8B9E88BF8E0E}" dt="2026-08-28T09:29:28.740" v="4471" actId="732"/>
          <ac:picMkLst>
            <pc:docMk/>
            <pc:sldMk cId="1440197568" sldId="268"/>
            <ac:picMk id="32" creationId="{EC9D9F68-D5B7-1B21-4578-1DB586E6F71B}"/>
          </ac:picMkLst>
        </pc:picChg>
        <pc:picChg chg="add del">
          <ac:chgData name="권솔지 (Solji Kwon)" userId="c6e50b5d-2a17-4c16-86eb-fa4a6319781a" providerId="ADAL" clId="{705D0A18-3238-48AF-AA7E-8B9E88BF8E0E}" dt="2026-08-28T09:29:31.072" v="4473" actId="22"/>
          <ac:picMkLst>
            <pc:docMk/>
            <pc:sldMk cId="1440197568" sldId="268"/>
            <ac:picMk id="36" creationId="{7DF0DD24-99F2-2E48-8A75-D91F5FAC0856}"/>
          </ac:picMkLst>
        </pc:picChg>
      </pc:sldChg>
      <pc:sldChg chg="addSp delSp modSp new mod">
        <pc:chgData name="권솔지 (Solji Kwon)" userId="c6e50b5d-2a17-4c16-86eb-fa4a6319781a" providerId="ADAL" clId="{705D0A18-3238-48AF-AA7E-8B9E88BF8E0E}" dt="2026-08-28T09:32:07.129" v="4864" actId="1076"/>
        <pc:sldMkLst>
          <pc:docMk/>
          <pc:sldMk cId="1703073322" sldId="269"/>
        </pc:sldMkLst>
        <pc:spChg chg="del">
          <ac:chgData name="권솔지 (Solji Kwon)" userId="c6e50b5d-2a17-4c16-86eb-fa4a6319781a" providerId="ADAL" clId="{705D0A18-3238-48AF-AA7E-8B9E88BF8E0E}" dt="2026-08-28T09:26:55.422" v="4461" actId="21"/>
          <ac:spMkLst>
            <pc:docMk/>
            <pc:sldMk cId="1703073322" sldId="269"/>
            <ac:spMk id="2" creationId="{616A653D-5A13-508D-CA49-DCBF6C0B9FE1}"/>
          </ac:spMkLst>
        </pc:spChg>
        <pc:spChg chg="del">
          <ac:chgData name="권솔지 (Solji Kwon)" userId="c6e50b5d-2a17-4c16-86eb-fa4a6319781a" providerId="ADAL" clId="{705D0A18-3238-48AF-AA7E-8B9E88BF8E0E}" dt="2026-08-28T09:26:55.422" v="4461" actId="21"/>
          <ac:spMkLst>
            <pc:docMk/>
            <pc:sldMk cId="1703073322" sldId="269"/>
            <ac:spMk id="3" creationId="{BA9F704A-0FFC-07CF-3A6A-FE002CF7798D}"/>
          </ac:spMkLst>
        </pc:spChg>
        <pc:spChg chg="add mod">
          <ac:chgData name="권솔지 (Solji Kwon)" userId="c6e50b5d-2a17-4c16-86eb-fa4a6319781a" providerId="ADAL" clId="{705D0A18-3238-48AF-AA7E-8B9E88BF8E0E}" dt="2026-08-28T09:31:44.117" v="4854" actId="1076"/>
          <ac:spMkLst>
            <pc:docMk/>
            <pc:sldMk cId="1703073322" sldId="269"/>
            <ac:spMk id="7" creationId="{24C1A355-ADB2-C0B4-2506-A8BE73567A12}"/>
          </ac:spMkLst>
        </pc:spChg>
        <pc:picChg chg="add mod">
          <ac:chgData name="권솔지 (Solji Kwon)" userId="c6e50b5d-2a17-4c16-86eb-fa4a6319781a" providerId="ADAL" clId="{705D0A18-3238-48AF-AA7E-8B9E88BF8E0E}" dt="2026-08-28T09:31:45.078" v="4855" actId="1076"/>
          <ac:picMkLst>
            <pc:docMk/>
            <pc:sldMk cId="1703073322" sldId="269"/>
            <ac:picMk id="5" creationId="{3FA7E700-7039-4730-FB31-1F981A8149F6}"/>
          </ac:picMkLst>
        </pc:picChg>
        <pc:picChg chg="add del mod">
          <ac:chgData name="권솔지 (Solji Kwon)" userId="c6e50b5d-2a17-4c16-86eb-fa4a6319781a" providerId="ADAL" clId="{705D0A18-3238-48AF-AA7E-8B9E88BF8E0E}" dt="2026-08-28T09:32:02.938" v="4861" actId="21"/>
          <ac:picMkLst>
            <pc:docMk/>
            <pc:sldMk cId="1703073322" sldId="269"/>
            <ac:picMk id="9" creationId="{65D8B40B-0716-8F18-7A87-6735CAD040F8}"/>
          </ac:picMkLst>
        </pc:picChg>
        <pc:picChg chg="add mod">
          <ac:chgData name="권솔지 (Solji Kwon)" userId="c6e50b5d-2a17-4c16-86eb-fa4a6319781a" providerId="ADAL" clId="{705D0A18-3238-48AF-AA7E-8B9E88BF8E0E}" dt="2026-08-28T09:32:07.129" v="4864" actId="1076"/>
          <ac:picMkLst>
            <pc:docMk/>
            <pc:sldMk cId="1703073322" sldId="269"/>
            <ac:picMk id="11" creationId="{7720CA85-6351-0E7B-FE28-07150B88CA1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D1635-3854-4791-9809-E7DB70FB06A7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F815E-0E8A-4113-8AEB-6F24AED89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423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8DCCC-CA64-EC35-C378-AF64DF66B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B27D31-56D6-CD8B-8070-8F0A191CE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DCE852-CD10-A807-4D3A-C21D15D5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0F1ACC-E767-239E-988F-E82D8F173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56164E-B701-845E-B585-924A447E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616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F44F33-8A16-8CFA-9DD3-D303A816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130551-4D46-94D0-1AA8-22AF6DDC8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59A5C9-521A-2277-F142-7FAE0E59B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E8F556-C9D9-8F98-0EFE-8964A642F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EC24FA-8AF5-F88A-E56C-031B0DDF0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466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A5C93-26C7-C4D9-ABFE-124F1DCE2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BD9696-4F04-9C06-1505-81EAD81D6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21A2EE-32CB-A73B-0550-C584FDC89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296B3E-394D-CF40-2272-87C2E0495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0BAE24-3284-99E5-43B8-54D7BA91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841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B248C-0CEF-B5D8-C149-E09D06AA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4B746A-BF77-F548-DB3B-CE7930361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5E7216-2748-D992-453C-DD7E8F61B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F50542-9757-6B00-BE74-D38FEB4AC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2D3BC8-672F-C294-9522-1BD4DBEF5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C50C80-549D-057D-6C42-A561EE6F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42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3CBD5A-601B-7A4D-C5E4-0632D14CD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81E837-E540-6033-4DFF-E51CFE03A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9C20E7-5FE2-79DC-076C-57DAE0634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6A0459-0FEB-B0B2-1B16-573328374C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04D68E2-95BC-D675-260F-ED81300216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406E62-52CA-88FE-B380-D65BC5562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C6429B6-E7F2-9C3A-8EB7-AD519141D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1C4F97-E2AC-94C4-52B0-FDE40EDF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717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18143-EB41-D72E-7662-432D188F0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CA06E7-9852-6912-171C-79AB0AA62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0FA415-D062-65BD-92C1-4F00949E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81F350-D34E-78A5-7224-E0B920021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278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F649A3-104E-721D-FF9D-709B8C0E3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104BB4-3A18-9313-661C-CB0A94E29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AD8F3D-EB69-F518-0DB9-1D004706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2351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45D70-7B26-589B-F017-ABD4CCCFE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0B3CAB-5242-4841-E773-CBFB71009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31DEBE-3FAB-99B5-DD8B-993FFF95A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B2E3B9-4C0E-7130-CF56-8D77D7356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EC6D93-72CB-3F27-28AB-FB7798A5F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5C2010-58E3-576F-967F-9B3FC627E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08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E48E52-47FE-B44B-E0F6-91340EB3D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8CAF48E-9F31-5327-4D66-E9801F113B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1F1D13-DC52-42C0-849C-04474ABBC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2A3028-4BEA-B7E8-EB12-E54AC2B1F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9793A1-ADBB-06F6-3C5D-B7ED58E54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51844D-FCCC-E2AC-4490-8EDF3050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063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4272B1-D492-5CC8-DB5B-20261F487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B1BD82-CF97-F907-9CDA-78B8657BE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46CB54-8483-7C99-6405-50D9FF5FE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E870B5-B0A8-31D1-FB4C-436F8AF3D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E0315C-51A5-F9D7-3F15-6EEC8CB8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84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1AEC2DF-6A68-9FD6-2B03-833A6D83DC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66042E-D387-4BE4-988E-E772491A1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54A4EF-B5B2-78E6-1EBE-097400F9E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8229E1-8609-5E50-AC8E-46318B9F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75C1C1-0404-96C7-14EB-6B77CA31A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629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760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073DDC-6DD0-DB84-5CD2-E0FF25EA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09B873-6232-E168-F8F0-DD7D911D8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535F8C-B53F-40D8-E9C5-8DA5DA0AF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22345F-0A97-449E-A363-0E4AB7A53082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6FDBEF-79C1-451A-5B8A-695EE9A0B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E95D2-ED1C-7C7D-B922-48D34CD042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010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1376" cy="68580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Shape 2"/>
          <p:cNvSpPr/>
          <p:nvPr/>
        </p:nvSpPr>
        <p:spPr>
          <a:xfrm>
            <a:off x="993834" y="1201783"/>
            <a:ext cx="1384663" cy="376211"/>
          </a:xfrm>
          <a:prstGeom prst="roundRect">
            <a:avLst>
              <a:gd name="adj" fmla="val 21053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ko-KR" altLang="en-US" sz="2667" dirty="0"/>
          </a:p>
        </p:txBody>
      </p:sp>
      <p:sp>
        <p:nvSpPr>
          <p:cNvPr id="5" name="Text 3"/>
          <p:cNvSpPr/>
          <p:nvPr/>
        </p:nvSpPr>
        <p:spPr>
          <a:xfrm>
            <a:off x="993834" y="1158240"/>
            <a:ext cx="1384663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IPR</a:t>
            </a:r>
            <a:r>
              <a:rPr lang="ko-KR" alt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</a:t>
            </a:r>
            <a:endParaRPr lang="en-US" sz="1467" b="1" dirty="0"/>
          </a:p>
        </p:txBody>
      </p:sp>
      <p:sp>
        <p:nvSpPr>
          <p:cNvPr id="6" name="Text 4"/>
          <p:cNvSpPr/>
          <p:nvPr/>
        </p:nvSpPr>
        <p:spPr>
          <a:xfrm>
            <a:off x="993833" y="1801366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spc="-13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GC</a:t>
            </a:r>
            <a:r>
              <a:rPr lang="ko-KR" altLang="en-US" sz="5400" b="1" spc="-13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케어 뉴스레터</a:t>
            </a:r>
            <a:endParaRPr lang="en-US" sz="5400" spc="-133" dirty="0"/>
          </a:p>
        </p:txBody>
      </p:sp>
      <p:sp>
        <p:nvSpPr>
          <p:cNvPr id="7" name="Text 5"/>
          <p:cNvSpPr/>
          <p:nvPr/>
        </p:nvSpPr>
        <p:spPr>
          <a:xfrm>
            <a:off x="993833" y="2704336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5400" b="1" spc="-133" dirty="0">
                <a:solidFill>
                  <a:srgbClr val="002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기획안</a:t>
            </a:r>
            <a:endParaRPr lang="en-US" sz="5400" spc="-133" dirty="0">
              <a:solidFill>
                <a:srgbClr val="00206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93833" y="4134988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r>
              <a:rPr lang="ko-KR" altLang="en-US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년 </a:t>
            </a:r>
            <a:r>
              <a:rPr lang="en-US" altLang="ko-KR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r>
              <a:rPr lang="ko-KR" altLang="en-US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1D5F3F9-D11F-94BD-ABC4-F46E8E035C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33" y="6083126"/>
            <a:ext cx="1167476" cy="3104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4CD9A90-F924-5B94-CFF2-CF3EFD29E1DA}"/>
              </a:ext>
            </a:extLst>
          </p:cNvPr>
          <p:cNvSpPr/>
          <p:nvPr/>
        </p:nvSpPr>
        <p:spPr>
          <a:xfrm>
            <a:off x="221673" y="2132567"/>
            <a:ext cx="6287080" cy="37071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F985BA-31FF-EA58-0936-4358BCC7AF98}"/>
              </a:ext>
            </a:extLst>
          </p:cNvPr>
          <p:cNvSpPr txBox="1"/>
          <p:nvPr/>
        </p:nvSpPr>
        <p:spPr>
          <a:xfrm>
            <a:off x="544367" y="2511257"/>
            <a:ext cx="9717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GC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케어 로고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DB9C79-84F7-746D-2AA9-30C8A6B19494}"/>
              </a:ext>
            </a:extLst>
          </p:cNvPr>
          <p:cNvSpPr txBox="1"/>
          <p:nvPr/>
        </p:nvSpPr>
        <p:spPr>
          <a:xfrm>
            <a:off x="544367" y="4211136"/>
            <a:ext cx="4627998" cy="1007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검진 결과가 나왔습니다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이제 무엇을 해야 할까요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?</a:t>
            </a:r>
            <a:endParaRPr lang="ko-KR" altLang="en-US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8C3DD-6C4F-4F38-8B11-EEC215086D6D}"/>
              </a:ext>
            </a:extLst>
          </p:cNvPr>
          <p:cNvSpPr txBox="1"/>
          <p:nvPr/>
        </p:nvSpPr>
        <p:spPr>
          <a:xfrm>
            <a:off x="5107249" y="4277308"/>
            <a:ext cx="888385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 요소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IMG</a:t>
            </a:r>
          </a:p>
          <a:p>
            <a:pPr algn="ctr"/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57CFE03-2E4B-9070-A242-2BF34B8DFA11}"/>
              </a:ext>
            </a:extLst>
          </p:cNvPr>
          <p:cNvSpPr/>
          <p:nvPr/>
        </p:nvSpPr>
        <p:spPr>
          <a:xfrm>
            <a:off x="0" y="-1"/>
            <a:ext cx="12192000" cy="12930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E71B9A5-68D5-4525-BF96-953FA2BA39C0}"/>
              </a:ext>
            </a:extLst>
          </p:cNvPr>
          <p:cNvGrpSpPr/>
          <p:nvPr/>
        </p:nvGrpSpPr>
        <p:grpSpPr>
          <a:xfrm>
            <a:off x="655031" y="772255"/>
            <a:ext cx="499514" cy="499514"/>
            <a:chOff x="457200" y="265176"/>
            <a:chExt cx="347472" cy="347472"/>
          </a:xfrm>
        </p:grpSpPr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A204FE14-4BB8-CEB7-6E64-7FDA0B5980D2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oundRect">
              <a:avLst>
                <a:gd name="adj" fmla="val 15789"/>
              </a:avLst>
            </a:prstGeom>
            <a:solidFill>
              <a:srgbClr val="002060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endParaRPr lang="ko-KR" altLang="en-US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7" name="Text 2">
              <a:extLst>
                <a:ext uri="{FF2B5EF4-FFF2-40B4-BE49-F238E27FC236}">
                  <a16:creationId xmlns:a16="http://schemas.microsoft.com/office/drawing/2014/main" id="{D3CF5EA6-3AF5-A1C9-EA7A-3B1B3FB606BE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01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18" name="Text 6">
            <a:extLst>
              <a:ext uri="{FF2B5EF4-FFF2-40B4-BE49-F238E27FC236}">
                <a16:creationId xmlns:a16="http://schemas.microsoft.com/office/drawing/2014/main" id="{D14C06A3-7F05-887C-6D5B-AE2BD6AA8A5E}"/>
              </a:ext>
            </a:extLst>
          </p:cNvPr>
          <p:cNvSpPr/>
          <p:nvPr/>
        </p:nvSpPr>
        <p:spPr>
          <a:xfrm>
            <a:off x="1409470" y="745440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0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썸네일 </a:t>
            </a:r>
            <a:r>
              <a:rPr lang="en-US" altLang="ko-KR" sz="20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</a:t>
            </a:r>
            <a:r>
              <a:rPr lang="ko-KR" altLang="en-US" sz="20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콘텐츠 </a:t>
            </a:r>
            <a:endParaRPr 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B3B2CF-8C3B-9807-6661-0C353F35A200}"/>
              </a:ext>
            </a:extLst>
          </p:cNvPr>
          <p:cNvSpPr txBox="1"/>
          <p:nvPr/>
        </p:nvSpPr>
        <p:spPr>
          <a:xfrm>
            <a:off x="7199504" y="2568914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예시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BE0FD79-381B-F92F-D68C-FCC8B7EC84A8}"/>
              </a:ext>
            </a:extLst>
          </p:cNvPr>
          <p:cNvGrpSpPr/>
          <p:nvPr/>
        </p:nvGrpSpPr>
        <p:grpSpPr>
          <a:xfrm>
            <a:off x="7299092" y="2902993"/>
            <a:ext cx="4892908" cy="1530856"/>
            <a:chOff x="7290039" y="2914468"/>
            <a:chExt cx="4892908" cy="153085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A497B2D-A566-E681-A7E3-C51DB9320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90039" y="2914468"/>
              <a:ext cx="2904163" cy="1530856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C0EF66E-B8BB-854F-8218-A42919BBE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0601"/>
            <a:stretch>
              <a:fillRect/>
            </a:stretch>
          </p:blipFill>
          <p:spPr>
            <a:xfrm>
              <a:off x="10389050" y="3195348"/>
              <a:ext cx="1793897" cy="12499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5436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69639-D430-F386-52C3-41702F356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08054E1-8B52-02A2-2A11-3F3AA98F31AB}"/>
              </a:ext>
            </a:extLst>
          </p:cNvPr>
          <p:cNvSpPr/>
          <p:nvPr/>
        </p:nvSpPr>
        <p:spPr>
          <a:xfrm>
            <a:off x="221673" y="2132567"/>
            <a:ext cx="6287080" cy="37071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8BA780-61DF-E7DF-2B2F-34FD3C0CBD53}"/>
              </a:ext>
            </a:extLst>
          </p:cNvPr>
          <p:cNvSpPr txBox="1"/>
          <p:nvPr/>
        </p:nvSpPr>
        <p:spPr>
          <a:xfrm>
            <a:off x="544367" y="2511257"/>
            <a:ext cx="9717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GC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케어 로고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AE53A-7788-2858-59B9-A4BEC4D1AAFE}"/>
              </a:ext>
            </a:extLst>
          </p:cNvPr>
          <p:cNvSpPr txBox="1"/>
          <p:nvPr/>
        </p:nvSpPr>
        <p:spPr>
          <a:xfrm>
            <a:off x="544367" y="4211136"/>
            <a:ext cx="4627998" cy="93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걷기 챌린지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</a:p>
          <a:p>
            <a:pPr>
              <a:lnSpc>
                <a:spcPct val="130000"/>
              </a:lnSpc>
            </a:pP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더 오래 참여하고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더 쉽게 운영하려면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?</a:t>
            </a:r>
            <a:endParaRPr lang="ko-KR" alt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543B519-F4EC-14F0-44E1-E99B8455C62E}"/>
              </a:ext>
            </a:extLst>
          </p:cNvPr>
          <p:cNvSpPr/>
          <p:nvPr/>
        </p:nvSpPr>
        <p:spPr>
          <a:xfrm>
            <a:off x="0" y="-1"/>
            <a:ext cx="12192000" cy="12930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6C8A0B-8B1B-9C36-904D-C0AB86A0C130}"/>
              </a:ext>
            </a:extLst>
          </p:cNvPr>
          <p:cNvGrpSpPr/>
          <p:nvPr/>
        </p:nvGrpSpPr>
        <p:grpSpPr>
          <a:xfrm>
            <a:off x="655031" y="772255"/>
            <a:ext cx="499514" cy="499514"/>
            <a:chOff x="457200" y="265176"/>
            <a:chExt cx="347472" cy="347472"/>
          </a:xfrm>
        </p:grpSpPr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74E5D27B-5718-BDA6-487C-903F8A845D90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oundRect">
              <a:avLst>
                <a:gd name="adj" fmla="val 15789"/>
              </a:avLst>
            </a:prstGeom>
            <a:solidFill>
              <a:srgbClr val="002060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endParaRPr lang="ko-KR" altLang="en-US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7" name="Text 2">
              <a:extLst>
                <a:ext uri="{FF2B5EF4-FFF2-40B4-BE49-F238E27FC236}">
                  <a16:creationId xmlns:a16="http://schemas.microsoft.com/office/drawing/2014/main" id="{BAD08BAC-F7D3-5CF4-3907-50680DFA5267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02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18" name="Text 6">
            <a:extLst>
              <a:ext uri="{FF2B5EF4-FFF2-40B4-BE49-F238E27FC236}">
                <a16:creationId xmlns:a16="http://schemas.microsoft.com/office/drawing/2014/main" id="{14909128-666E-D762-08E3-4D94D2426A00}"/>
              </a:ext>
            </a:extLst>
          </p:cNvPr>
          <p:cNvSpPr/>
          <p:nvPr/>
        </p:nvSpPr>
        <p:spPr>
          <a:xfrm>
            <a:off x="1409470" y="745440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0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썸네일 </a:t>
            </a:r>
            <a:r>
              <a:rPr lang="en-US" altLang="ko-KR" sz="20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</a:t>
            </a:r>
            <a:r>
              <a:rPr lang="ko-KR" altLang="en-US" sz="20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서브 콘텐츠 </a:t>
            </a:r>
            <a:endParaRPr 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4BC8F9-7552-2C2D-AD09-0CE114953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183" y="2656291"/>
            <a:ext cx="3517910" cy="19093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BA94E4C-09A7-B7E1-8D8A-8AC4993D5A41}"/>
              </a:ext>
            </a:extLst>
          </p:cNvPr>
          <p:cNvSpPr txBox="1"/>
          <p:nvPr/>
        </p:nvSpPr>
        <p:spPr>
          <a:xfrm>
            <a:off x="7199504" y="2568914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예시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081B75-5E85-4EC0-A77B-95CFBA3D2C1C}"/>
              </a:ext>
            </a:extLst>
          </p:cNvPr>
          <p:cNvSpPr txBox="1"/>
          <p:nvPr/>
        </p:nvSpPr>
        <p:spPr>
          <a:xfrm>
            <a:off x="5107249" y="4277308"/>
            <a:ext cx="888385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 요소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IMG</a:t>
            </a:r>
          </a:p>
          <a:p>
            <a:pPr algn="ctr"/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0719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8636-2E46-28E8-DE76-8D24BF83D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E04AB9-7E25-6D25-DE78-C15F7FC62602}"/>
              </a:ext>
            </a:extLst>
          </p:cNvPr>
          <p:cNvSpPr/>
          <p:nvPr/>
        </p:nvSpPr>
        <p:spPr>
          <a:xfrm>
            <a:off x="0" y="-1"/>
            <a:ext cx="12192000" cy="12930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5F60696-EDCC-C0D9-05AE-E11D94534033}"/>
              </a:ext>
            </a:extLst>
          </p:cNvPr>
          <p:cNvGrpSpPr/>
          <p:nvPr/>
        </p:nvGrpSpPr>
        <p:grpSpPr>
          <a:xfrm>
            <a:off x="79569" y="305436"/>
            <a:ext cx="2817539" cy="446945"/>
            <a:chOff x="457200" y="265176"/>
            <a:chExt cx="347472" cy="347472"/>
          </a:xfrm>
        </p:grpSpPr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895C4B67-D882-B409-2089-F395510E180B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oundRect">
              <a:avLst>
                <a:gd name="adj" fmla="val 15789"/>
              </a:avLst>
            </a:prstGeom>
            <a:solidFill>
              <a:srgbClr val="002060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7" name="Text 2">
              <a:extLst>
                <a:ext uri="{FF2B5EF4-FFF2-40B4-BE49-F238E27FC236}">
                  <a16:creationId xmlns:a16="http://schemas.microsoft.com/office/drawing/2014/main" id="{09D029C8-058B-8C97-2F74-EF0102B2CBC8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메인 콘텐츠 </a:t>
              </a:r>
              <a:r>
                <a:rPr lang="en-US" altLang="ko-KR" sz="1600" b="1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– </a:t>
              </a:r>
              <a:r>
                <a:rPr lang="ko-KR" altLang="en-US" sz="1600" b="1" dirty="0" err="1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인포그래픽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9" name="Text 2">
            <a:extLst>
              <a:ext uri="{FF2B5EF4-FFF2-40B4-BE49-F238E27FC236}">
                <a16:creationId xmlns:a16="http://schemas.microsoft.com/office/drawing/2014/main" id="{40AF87EF-5921-5230-D4C0-38ABF870F9F5}"/>
              </a:ext>
            </a:extLst>
          </p:cNvPr>
          <p:cNvSpPr/>
          <p:nvPr/>
        </p:nvSpPr>
        <p:spPr>
          <a:xfrm>
            <a:off x="536900" y="1201264"/>
            <a:ext cx="5041207" cy="10431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건강검진 결과표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어떻게 봐야 할까요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검진 후 자주 묻는 질문 </a:t>
            </a:r>
            <a:r>
              <a:rPr lang="en-US" altLang="ko-KR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가지</a:t>
            </a:r>
            <a:endParaRPr lang="en-US" altLang="ko-KR" sz="16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72406195-3C8A-2DC7-B012-68F9A429D66B}"/>
              </a:ext>
            </a:extLst>
          </p:cNvPr>
          <p:cNvSpPr/>
          <p:nvPr/>
        </p:nvSpPr>
        <p:spPr>
          <a:xfrm>
            <a:off x="586965" y="2307745"/>
            <a:ext cx="5041208" cy="2046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3F25B473-420C-CCF0-8263-1D52C0817C99}"/>
              </a:ext>
            </a:extLst>
          </p:cNvPr>
          <p:cNvSpPr/>
          <p:nvPr/>
        </p:nvSpPr>
        <p:spPr>
          <a:xfrm>
            <a:off x="685498" y="2380172"/>
            <a:ext cx="4816444" cy="1973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Q1.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참고범위와 근접한 결과가 나왔는데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정상으로 봐도 되나요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</a:p>
          <a:p>
            <a:pPr>
              <a:lnSpc>
                <a:spcPct val="120000"/>
              </a:lnSpc>
            </a:pPr>
            <a:endParaRPr lang="en-US" altLang="ko-KR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참고범위 안에 있다면 일반적으로는 정상 범위로 볼 수 있습니다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다만 참고범위만으로 판단하기보다 이전 결과와의 변화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다른 검사결과도 함께 살펴보는 것이 좋아요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건강검진의 혈액검사는 질환 가능성을 확인하는 </a:t>
            </a:r>
            <a:r>
              <a:rPr lang="ko-KR" altLang="en-US" sz="11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선별검사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이므로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참고범위를 벗어났다고 곧바로 질환을 의미하는 것은 아닙니다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✓ 이상 소견이 있다면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 </a:t>
            </a:r>
          </a:p>
          <a:p>
            <a:pPr>
              <a:lnSpc>
                <a:spcPct val="10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의료진의 판단에 따라 재검사나 추가 검사로 확인할 수 있어요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73AD7277-227D-767B-BEB2-22E66EBC7B26}"/>
              </a:ext>
            </a:extLst>
          </p:cNvPr>
          <p:cNvSpPr/>
          <p:nvPr/>
        </p:nvSpPr>
        <p:spPr>
          <a:xfrm>
            <a:off x="586965" y="4353828"/>
            <a:ext cx="5041208" cy="20460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1F7DA08C-A027-4CFA-0D88-302230F7080D}"/>
              </a:ext>
            </a:extLst>
          </p:cNvPr>
          <p:cNvSpPr/>
          <p:nvPr/>
        </p:nvSpPr>
        <p:spPr>
          <a:xfrm>
            <a:off x="685498" y="4534897"/>
            <a:ext cx="4816444" cy="1973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Q2.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햇빛을 많이 쐬는데 왜 비타민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수치가 낮아요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</a:p>
          <a:p>
            <a:pPr>
              <a:lnSpc>
                <a:spcPct val="100000"/>
              </a:lnSpc>
            </a:pPr>
            <a:endParaRPr lang="en-US" altLang="ko-KR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야외활동을 많이 해도 비타민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 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수치가 충분하지 않을 수 있어요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비타민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합성은 계절과 일조량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나이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옷차림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자외선 차단제 사용 등 여러 요인의 영향을 받아요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또 창문을 통과한 햇빛은 비타민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합성에 필요한 자외선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(UV-B)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대부분 차단됩니다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00000"/>
              </a:lnSpc>
            </a:pP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✓ 비타민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부족이 확인됐다면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</a:p>
          <a:p>
            <a:pPr>
              <a:lnSpc>
                <a:spcPct val="10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의료진과 상담해 식사나 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보충제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섭취가 필요한지 확인해보세요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1CC372-2C17-CB10-A1DC-BA33D5802503}"/>
              </a:ext>
            </a:extLst>
          </p:cNvPr>
          <p:cNvSpPr txBox="1"/>
          <p:nvPr/>
        </p:nvSpPr>
        <p:spPr>
          <a:xfrm>
            <a:off x="4886304" y="2367160"/>
            <a:ext cx="669441" cy="5539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IMG</a:t>
            </a:r>
          </a:p>
          <a:p>
            <a:pPr algn="ctr"/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7FA280-ED54-8D4C-610E-73F07134673F}"/>
              </a:ext>
            </a:extLst>
          </p:cNvPr>
          <p:cNvSpPr txBox="1"/>
          <p:nvPr/>
        </p:nvSpPr>
        <p:spPr>
          <a:xfrm>
            <a:off x="4886303" y="4516166"/>
            <a:ext cx="669441" cy="5539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IMG</a:t>
            </a:r>
          </a:p>
          <a:p>
            <a:pPr algn="ctr"/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25FCB403-E9E5-BC1E-6711-2413EF261441}"/>
              </a:ext>
            </a:extLst>
          </p:cNvPr>
          <p:cNvSpPr/>
          <p:nvPr/>
        </p:nvSpPr>
        <p:spPr>
          <a:xfrm>
            <a:off x="7025036" y="2104610"/>
            <a:ext cx="5041208" cy="2122470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53C65EDB-9B07-A07D-DE5E-94AFF2B90749}"/>
              </a:ext>
            </a:extLst>
          </p:cNvPr>
          <p:cNvSpPr/>
          <p:nvPr/>
        </p:nvSpPr>
        <p:spPr>
          <a:xfrm>
            <a:off x="7052650" y="2285679"/>
            <a:ext cx="5013594" cy="1973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Q3. </a:t>
            </a:r>
            <a:r>
              <a:rPr lang="ko-KR" altLang="en-US" sz="12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낭종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물혹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왜 생기나요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</a:p>
          <a:p>
            <a:pPr>
              <a:lnSpc>
                <a:spcPct val="120000"/>
              </a:lnSpc>
            </a:pPr>
            <a:endParaRPr lang="en-US" altLang="ko-KR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낭종은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몸 안에 액체 등이 차 있는 주머니 형태의 병변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이에요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건강검진 중 초음파나 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CT, MRI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검사에서 우연히 발견되는 경우가 많고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발생 원인은 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낭종의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종류와 위치에 따라 다릅니다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lnSpc>
                <a:spcPct val="100000"/>
              </a:lnSpc>
            </a:pP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대부분의 단순 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낭종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큰 문제가 되지 않는 경우가 많아요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확인이 필요한 경우→ 부위나 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크기</a:t>
            </a:r>
            <a:r>
              <a:rPr lang="ko-KR" altLang="ko-KR" sz="1100" dirty="0" err="1"/>
              <a:t>·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모양에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따라 추가 검사나 추적관찰이 필요할 수 있어요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709D53-5C7C-B9E1-DEC8-F435CC481C33}"/>
              </a:ext>
            </a:extLst>
          </p:cNvPr>
          <p:cNvSpPr txBox="1"/>
          <p:nvPr/>
        </p:nvSpPr>
        <p:spPr>
          <a:xfrm>
            <a:off x="11324374" y="2179926"/>
            <a:ext cx="669441" cy="5539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IMG</a:t>
            </a:r>
          </a:p>
          <a:p>
            <a:pPr algn="ctr"/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Shape 0">
            <a:extLst>
              <a:ext uri="{FF2B5EF4-FFF2-40B4-BE49-F238E27FC236}">
                <a16:creationId xmlns:a16="http://schemas.microsoft.com/office/drawing/2014/main" id="{6AA62CD3-EAE7-C1DF-5267-ED391197A6E3}"/>
              </a:ext>
            </a:extLst>
          </p:cNvPr>
          <p:cNvSpPr/>
          <p:nvPr/>
        </p:nvSpPr>
        <p:spPr>
          <a:xfrm>
            <a:off x="7025036" y="4226455"/>
            <a:ext cx="5041208" cy="217345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1" name="Text 2">
            <a:extLst>
              <a:ext uri="{FF2B5EF4-FFF2-40B4-BE49-F238E27FC236}">
                <a16:creationId xmlns:a16="http://schemas.microsoft.com/office/drawing/2014/main" id="{FB0215EC-FE20-FEF4-CC79-EC9407C56B21}"/>
              </a:ext>
            </a:extLst>
          </p:cNvPr>
          <p:cNvSpPr/>
          <p:nvPr/>
        </p:nvSpPr>
        <p:spPr>
          <a:xfrm>
            <a:off x="7052650" y="4297946"/>
            <a:ext cx="5013594" cy="1973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Q4.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당뇨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이상지질혈증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간수치 증가는 무조건 약을 복용해야 하나요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</a:p>
          <a:p>
            <a:pPr>
              <a:lnSpc>
                <a:spcPct val="100000"/>
              </a:lnSpc>
            </a:pP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수치가 높다고 모두 바로 약을 복용하는 것은 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아니에요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00000"/>
              </a:lnSpc>
            </a:pP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▪ 당뇨병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이상지질혈증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: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연령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동반질환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가족력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심혈관질환 위험도 등을 종합적으로 살펴 치료 방법 결정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▪ 간수치 증가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: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음주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지방간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복용 중인 약 등 먼저 원인을 확인하는 것이 중요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⚠ 약을 복용하고 있다면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</a:p>
          <a:p>
            <a:pPr>
              <a:lnSpc>
                <a:spcPct val="10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수치가 좋아졌더라도 임의로 줄이거나 중단하지 마세요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00000"/>
              </a:lnSpc>
            </a:pP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7BBC55-D44A-7842-7743-2013DB124D49}"/>
              </a:ext>
            </a:extLst>
          </p:cNvPr>
          <p:cNvSpPr txBox="1"/>
          <p:nvPr/>
        </p:nvSpPr>
        <p:spPr>
          <a:xfrm>
            <a:off x="11324374" y="4388793"/>
            <a:ext cx="669441" cy="5539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IMG</a:t>
            </a:r>
          </a:p>
          <a:p>
            <a:pPr algn="ctr"/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270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5ACD0-7E76-BC74-33A6-3D89E8408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D00BA6-0D8E-0F8D-9E1A-80BE40815E82}"/>
              </a:ext>
            </a:extLst>
          </p:cNvPr>
          <p:cNvSpPr/>
          <p:nvPr/>
        </p:nvSpPr>
        <p:spPr>
          <a:xfrm>
            <a:off x="0" y="-1"/>
            <a:ext cx="12192000" cy="12930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444345D-A15B-9A2D-6258-C1641D6E56B1}"/>
              </a:ext>
            </a:extLst>
          </p:cNvPr>
          <p:cNvGrpSpPr/>
          <p:nvPr/>
        </p:nvGrpSpPr>
        <p:grpSpPr>
          <a:xfrm>
            <a:off x="79569" y="305436"/>
            <a:ext cx="2817539" cy="446945"/>
            <a:chOff x="457200" y="265176"/>
            <a:chExt cx="347472" cy="347472"/>
          </a:xfrm>
        </p:grpSpPr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395386D0-2726-A8D9-6DEF-2503B8B8FF5A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oundRect">
              <a:avLst>
                <a:gd name="adj" fmla="val 15789"/>
              </a:avLst>
            </a:prstGeom>
            <a:solidFill>
              <a:srgbClr val="002060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7" name="Text 2">
              <a:extLst>
                <a:ext uri="{FF2B5EF4-FFF2-40B4-BE49-F238E27FC236}">
                  <a16:creationId xmlns:a16="http://schemas.microsoft.com/office/drawing/2014/main" id="{850B3438-4148-9111-894C-3E40173CCFDF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메인 콘텐츠 </a:t>
              </a:r>
              <a:r>
                <a:rPr lang="en-US" altLang="ko-KR" sz="1600" b="1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– </a:t>
              </a:r>
              <a:r>
                <a:rPr lang="ko-KR" altLang="en-US" sz="1600" b="1" dirty="0" err="1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인포그래픽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29" name="Shape 0">
            <a:extLst>
              <a:ext uri="{FF2B5EF4-FFF2-40B4-BE49-F238E27FC236}">
                <a16:creationId xmlns:a16="http://schemas.microsoft.com/office/drawing/2014/main" id="{8B63D5E1-AE55-EB48-F4E2-A783C1C3A594}"/>
              </a:ext>
            </a:extLst>
          </p:cNvPr>
          <p:cNvSpPr/>
          <p:nvPr/>
        </p:nvSpPr>
        <p:spPr>
          <a:xfrm>
            <a:off x="586965" y="1285592"/>
            <a:ext cx="5041208" cy="262550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AB4B9F74-F18F-25D5-9519-79C408C22FF9}"/>
              </a:ext>
            </a:extLst>
          </p:cNvPr>
          <p:cNvSpPr/>
          <p:nvPr/>
        </p:nvSpPr>
        <p:spPr>
          <a:xfrm>
            <a:off x="685498" y="1517344"/>
            <a:ext cx="4816444" cy="24752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0000"/>
              </a:lnSpc>
            </a:pP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Q5. </a:t>
            </a:r>
            <a:r>
              <a:rPr lang="ko-KR" altLang="en-US" sz="12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출혈성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미란성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위축성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위염은 각각 뭐가 </a:t>
            </a:r>
            <a:r>
              <a:rPr lang="ko-KR" altLang="en-US" sz="12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다른가요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</a:p>
          <a:p>
            <a:pPr>
              <a:lnSpc>
                <a:spcPct val="120000"/>
              </a:lnSpc>
            </a:pPr>
            <a:endParaRPr lang="en-US" altLang="ko-KR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가지 모두 위점막에 생기는 변화이지만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손상의 형태와 진행 양상이 달라요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▪ 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출혈성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위염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ㅡ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위점막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손상 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출혈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진통소염제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아스피린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과음 등이 원인이 될 수 있어요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▪ 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미란성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위염 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ㅡ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위점막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표면이 얕게 벗겨진 상태 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심한 경우 출혈이 동반되며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약물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음주 등 위점막을 자극하는 요인과 관련될 수 있어요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▪ 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위축성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위염 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ㅡ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반복된 염증으로 위점막이 얇아지고 기능 저하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대표적인 원인은 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헬리코박터균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감염이며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위축 정도에 따라 정기적인 관찰이 필요할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수 있어요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C860024C-8E60-AD63-81FC-8C84FBAEDEB7}"/>
              </a:ext>
            </a:extLst>
          </p:cNvPr>
          <p:cNvSpPr/>
          <p:nvPr/>
        </p:nvSpPr>
        <p:spPr>
          <a:xfrm>
            <a:off x="586965" y="3911096"/>
            <a:ext cx="5041208" cy="142955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7CBAFC-99C6-8F1A-A9EE-65A7FABF5AE3}"/>
              </a:ext>
            </a:extLst>
          </p:cNvPr>
          <p:cNvSpPr txBox="1"/>
          <p:nvPr/>
        </p:nvSpPr>
        <p:spPr>
          <a:xfrm>
            <a:off x="4886304" y="1410571"/>
            <a:ext cx="669441" cy="5539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IMG</a:t>
            </a:r>
          </a:p>
          <a:p>
            <a:pPr algn="ctr"/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0D4E8205-ABC4-2A3D-34C4-9B5BF0C4DB3B}"/>
              </a:ext>
            </a:extLst>
          </p:cNvPr>
          <p:cNvSpPr/>
          <p:nvPr/>
        </p:nvSpPr>
        <p:spPr>
          <a:xfrm>
            <a:off x="685498" y="4064578"/>
            <a:ext cx="4816444" cy="1214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0000"/>
              </a:lnSpc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📌 검진 결과표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수치만 보지 마세요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□ 종합소견과 권고사항 확인</a:t>
            </a:r>
          </a:p>
          <a:p>
            <a:pPr>
              <a:lnSpc>
                <a:spcPct val="10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□ 전년도 결과와 비교해 달라진 항목 살펴보기</a:t>
            </a:r>
          </a:p>
          <a:p>
            <a:pPr>
              <a:lnSpc>
                <a:spcPct val="10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□ 재검사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추가검사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추적관찰 권고 확인</a:t>
            </a:r>
          </a:p>
          <a:p>
            <a:pPr>
              <a:lnSpc>
                <a:spcPct val="10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□ 치료 중인 질환과 관련된 결과 함께 확인</a:t>
            </a:r>
          </a:p>
          <a:p>
            <a:pPr>
              <a:lnSpc>
                <a:spcPct val="100000"/>
              </a:lnSpc>
            </a:pP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7762AC9E-58F1-2F87-CB78-C518B0C431FD}"/>
              </a:ext>
            </a:extLst>
          </p:cNvPr>
          <p:cNvSpPr/>
          <p:nvPr/>
        </p:nvSpPr>
        <p:spPr>
          <a:xfrm>
            <a:off x="6669384" y="425512"/>
            <a:ext cx="5041208" cy="270698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291DC41F-356B-5495-6873-EAA6BD06C6C2}"/>
              </a:ext>
            </a:extLst>
          </p:cNvPr>
          <p:cNvSpPr/>
          <p:nvPr/>
        </p:nvSpPr>
        <p:spPr>
          <a:xfrm>
            <a:off x="6781766" y="575782"/>
            <a:ext cx="4816444" cy="24752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0000"/>
              </a:lnSpc>
            </a:pP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알아두면 좋은 건강검진 상식</a:t>
            </a:r>
            <a:endParaRPr lang="en-US" altLang="ko-KR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12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ㅡ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헬리코박터균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바로알기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▪ 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헬리코박터균은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위점막에 주로 서식하는 세균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지속적인 감염은 만성 위염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위축성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위염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십이지장 궤양 등과 관련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-&gt;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위암 발생 위험을 높이는 요인 중 하나로 알려져 있어요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▪ 양성이면 모두 치료하나요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NO.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검사 결과 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위 상태 등을 바탕으로 의료진이 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제균치료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필요 여부를 판단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-&gt; 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제균치료를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했다면 감염 여부를 다시 확인하기도 해요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EAC027A0-F8D5-B8C2-516F-B8A7B11058E0}"/>
              </a:ext>
            </a:extLst>
          </p:cNvPr>
          <p:cNvSpPr/>
          <p:nvPr/>
        </p:nvSpPr>
        <p:spPr>
          <a:xfrm>
            <a:off x="6669384" y="3132498"/>
            <a:ext cx="5041208" cy="270698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F290D070-D554-6FF3-A172-AF2AF1261F1A}"/>
              </a:ext>
            </a:extLst>
          </p:cNvPr>
          <p:cNvSpPr/>
          <p:nvPr/>
        </p:nvSpPr>
        <p:spPr>
          <a:xfrm>
            <a:off x="6788591" y="3282768"/>
            <a:ext cx="4816444" cy="24752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0000"/>
              </a:lnSpc>
            </a:pPr>
            <a:r>
              <a:rPr lang="ko-KR" altLang="en-US" sz="12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ㅡ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간수치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(AST·ALT·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감마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GTP),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무엇을 보는 걸까요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▪ 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AST · ALT</a:t>
            </a:r>
          </a:p>
          <a:p>
            <a:pPr>
              <a:lnSpc>
                <a:spcPct val="12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간세포가 손상될 때 혈액에서 증가할 수 있는 효소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▪ 감마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GTP</a:t>
            </a:r>
          </a:p>
          <a:p>
            <a:pPr>
              <a:lnSpc>
                <a:spcPct val="12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음주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담도계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이상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약물 등의 영향을 받아 증가할 수 있는 효소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✓ 수치가 정상이라면 간도 완전히 정상일까요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간수치는 주로 간세포 손상 여부를 간접적으로 확인하는 지표예요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간질환이 있더라도 간수치가 정상 범위로 나타나는 경우가 있어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다른 검사결과와 함께 확인해야 합니다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EC9D9F68-D5B7-1B21-4578-1DB586E6F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66" t="93861"/>
          <a:stretch>
            <a:fillRect/>
          </a:stretch>
        </p:blipFill>
        <p:spPr>
          <a:xfrm>
            <a:off x="10429592" y="5989754"/>
            <a:ext cx="952474" cy="819339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E0CA45F7-2696-1999-CCBE-F41B3194749D}"/>
              </a:ext>
            </a:extLst>
          </p:cNvPr>
          <p:cNvSpPr/>
          <p:nvPr/>
        </p:nvSpPr>
        <p:spPr>
          <a:xfrm>
            <a:off x="6894148" y="5989754"/>
            <a:ext cx="4816444" cy="1214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0000"/>
              </a:lnSpc>
            </a:pP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11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어떠케어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로고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</a:t>
            </a:r>
          </a:p>
          <a:p>
            <a:pPr>
              <a:lnSpc>
                <a:spcPct val="100000"/>
              </a:lnSpc>
            </a:pP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수치만으로는 알 수 없었던 내 몸의 진짜 상태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</a:p>
          <a:p>
            <a:pPr>
              <a:lnSpc>
                <a:spcPct val="100000"/>
              </a:lnSpc>
            </a:pP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검진리포트 를 확인해 보세요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0197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FA7E700-7039-4730-FB31-1F981A814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776" y="0"/>
            <a:ext cx="2133863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C1A355-ADB2-C0B4-2506-A8BE73567A12}"/>
              </a:ext>
            </a:extLst>
          </p:cNvPr>
          <p:cNvSpPr txBox="1"/>
          <p:nvPr/>
        </p:nvSpPr>
        <p:spPr>
          <a:xfrm>
            <a:off x="128444" y="314601"/>
            <a:ext cx="15263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PDF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자료 예시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720CA85-6351-0E7B-FE28-07150B88C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648" y="1447698"/>
            <a:ext cx="3048157" cy="396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073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EE686F2-5227-40E8-BC4A-EE680298627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7268645-16d2-4596-917f-a37b09b1cc8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664</Words>
  <Application>Microsoft Office PowerPoint</Application>
  <PresentationFormat>와이드스크린</PresentationFormat>
  <Paragraphs>113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Pretendard</vt:lpstr>
      <vt:lpstr>Pretendard Medium</vt:lpstr>
      <vt:lpstr>Pretendard SemiBold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권솔지 (Solji Kwon)</dc:creator>
  <cp:lastModifiedBy>권솔지 (Solji Kwon)</cp:lastModifiedBy>
  <cp:revision>1</cp:revision>
  <dcterms:created xsi:type="dcterms:W3CDTF">2026-05-08T01:30:27Z</dcterms:created>
  <dcterms:modified xsi:type="dcterms:W3CDTF">2026-08-28T09:32:09Z</dcterms:modified>
</cp:coreProperties>
</file>