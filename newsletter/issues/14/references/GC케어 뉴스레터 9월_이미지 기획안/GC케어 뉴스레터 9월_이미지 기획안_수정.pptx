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0" r:id="rId2"/>
    <p:sldId id="259" r:id="rId3"/>
    <p:sldId id="261" r:id="rId4"/>
    <p:sldId id="272" r:id="rId5"/>
    <p:sldId id="271" r:id="rId6"/>
    <p:sldId id="268" r:id="rId7"/>
    <p:sldId id="270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F3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6" autoAdjust="0"/>
    <p:restoredTop sz="96242" autoAdjust="0"/>
  </p:normalViewPr>
  <p:slideViewPr>
    <p:cSldViewPr snapToGrid="0">
      <p:cViewPr varScale="1">
        <p:scale>
          <a:sx n="106" d="100"/>
          <a:sy n="106" d="100"/>
        </p:scale>
        <p:origin x="11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8D1635-3854-4791-9809-E7DB70FB06A7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AF815E-0E8A-4113-8AEB-6F24AED89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0423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C8DCCC-CA64-EC35-C378-AF64DF66B7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EB27D31-56D6-CD8B-8070-8F0A191CE4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DCE852-CD10-A807-4D3A-C21D15D5F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345F-0A97-449E-A363-0E4AB7A53082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0F1ACC-E767-239E-988F-E82D8F173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56164E-B701-845E-B585-924A447E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207E-0959-45B9-9299-7B899031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616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F44F33-8A16-8CFA-9DD3-D303A816D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130551-4D46-94D0-1AA8-22AF6DDC8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59A5C9-521A-2277-F142-7FAE0E59B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345F-0A97-449E-A363-0E4AB7A53082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E8F556-C9D9-8F98-0EFE-8964A642F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EC24FA-8AF5-F88A-E56C-031B0DDF0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207E-0959-45B9-9299-7B899031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466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2A5C93-26C7-C4D9-ABFE-124F1DCE2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BD9696-4F04-9C06-1505-81EAD81D6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21A2EE-32CB-A73B-0550-C584FDC89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345F-0A97-449E-A363-0E4AB7A53082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296B3E-394D-CF40-2272-87C2E0495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0BAE24-3284-99E5-43B8-54D7BA915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207E-0959-45B9-9299-7B899031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5841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5B248C-0CEF-B5D8-C149-E09D06AAC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4B746A-BF77-F548-DB3B-CE7930361F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5E7216-2748-D992-453C-DD7E8F61B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F50542-9757-6B00-BE74-D38FEB4AC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345F-0A97-449E-A363-0E4AB7A53082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2D3BC8-672F-C294-9522-1BD4DBEF5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C50C80-549D-057D-6C42-A561EE6F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207E-0959-45B9-9299-7B899031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424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3CBD5A-601B-7A4D-C5E4-0632D14CD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81E837-E540-6033-4DFF-E51CFE03A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9C20E7-5FE2-79DC-076C-57DAE0634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6A0459-0FEB-B0B2-1B16-573328374C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04D68E2-95BC-D675-260F-ED81300216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4406E62-52CA-88FE-B380-D65BC5562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345F-0A97-449E-A363-0E4AB7A53082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C6429B6-E7F2-9C3A-8EB7-AD519141D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E1C4F97-E2AC-94C4-52B0-FDE40EDF8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207E-0959-45B9-9299-7B899031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717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18143-EB41-D72E-7662-432D188F0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CA06E7-9852-6912-171C-79AB0AA62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345F-0A97-449E-A363-0E4AB7A53082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0FA415-D062-65BD-92C1-4F00949E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581F350-D34E-78A5-7224-E0B920021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207E-0959-45B9-9299-7B899031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278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F649A3-104E-721D-FF9D-709B8C0E3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345F-0A97-449E-A363-0E4AB7A53082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104BB4-3A18-9313-661C-CB0A94E29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AD8F3D-EB69-F518-0DB9-1D0047062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207E-0959-45B9-9299-7B899031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2351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F45D70-7B26-589B-F017-ABD4CCCFE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0B3CAB-5242-4841-E773-CBFB71009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31DEBE-3FAB-99B5-DD8B-993FFF95A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B2E3B9-4C0E-7130-CF56-8D77D7356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345F-0A97-449E-A363-0E4AB7A53082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EC6D93-72CB-3F27-28AB-FB7798A5F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5C2010-58E3-576F-967F-9B3FC627E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207E-0959-45B9-9299-7B899031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085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E48E52-47FE-B44B-E0F6-91340EB3D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8CAF48E-9F31-5327-4D66-E9801F113B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1F1D13-DC52-42C0-849C-04474ABBC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2A3028-4BEA-B7E8-EB12-E54AC2B1F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345F-0A97-449E-A363-0E4AB7A53082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9793A1-ADBB-06F6-3C5D-B7ED58E54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51844D-FCCC-E2AC-4490-8EDF30500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207E-0959-45B9-9299-7B899031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063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4272B1-D492-5CC8-DB5B-20261F487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1B1BD82-CF97-F907-9CDA-78B8657BE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46CB54-8483-7C99-6405-50D9FF5FE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345F-0A97-449E-A363-0E4AB7A53082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E870B5-B0A8-31D1-FB4C-436F8AF3D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E0315C-51A5-F9D7-3F15-6EEC8CB8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207E-0959-45B9-9299-7B899031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384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1AEC2DF-6A68-9FD6-2B03-833A6D83DC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66042E-D387-4BE4-988E-E772491A1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54A4EF-B5B2-78E6-1EBE-097400F9E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345F-0A97-449E-A363-0E4AB7A53082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8229E1-8609-5E50-AC8E-46318B9F4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75C1C1-0404-96C7-14EB-6B77CA31A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D207E-0959-45B9-9299-7B899031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629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760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A073DDC-6DD0-DB84-5CD2-E0FF25EA4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09B873-6232-E168-F8F0-DD7D911D8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535F8C-B53F-40D8-E9C5-8DA5DA0AF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22345F-0A97-449E-A363-0E4AB7A53082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6FDBEF-79C1-451A-5B8A-695EE9A0B6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E95D2-ED1C-7C7D-B922-48D34CD042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CD207E-0959-45B9-9299-7B899031E2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010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1376" cy="685800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" name="Shape 2"/>
          <p:cNvSpPr/>
          <p:nvPr/>
        </p:nvSpPr>
        <p:spPr>
          <a:xfrm>
            <a:off x="993834" y="1201783"/>
            <a:ext cx="1384663" cy="376211"/>
          </a:xfrm>
          <a:prstGeom prst="roundRect">
            <a:avLst>
              <a:gd name="adj" fmla="val 21053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ko-KR" altLang="en-US" sz="2667" dirty="0"/>
          </a:p>
        </p:txBody>
      </p:sp>
      <p:sp>
        <p:nvSpPr>
          <p:cNvPr id="5" name="Text 3"/>
          <p:cNvSpPr/>
          <p:nvPr/>
        </p:nvSpPr>
        <p:spPr>
          <a:xfrm>
            <a:off x="993834" y="1158240"/>
            <a:ext cx="1384663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IPR</a:t>
            </a:r>
            <a:r>
              <a:rPr lang="ko-KR" altLang="en-US" sz="1467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</a:t>
            </a:r>
            <a:endParaRPr lang="en-US" sz="1467" b="1" dirty="0"/>
          </a:p>
        </p:txBody>
      </p:sp>
      <p:sp>
        <p:nvSpPr>
          <p:cNvPr id="6" name="Text 4"/>
          <p:cNvSpPr/>
          <p:nvPr/>
        </p:nvSpPr>
        <p:spPr>
          <a:xfrm>
            <a:off x="993833" y="1801366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spc="-13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GC</a:t>
            </a:r>
            <a:r>
              <a:rPr lang="ko-KR" altLang="en-US" sz="5400" b="1" spc="-13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케어 뉴스레터</a:t>
            </a:r>
            <a:endParaRPr lang="en-US" sz="5400" spc="-133" dirty="0"/>
          </a:p>
        </p:txBody>
      </p:sp>
      <p:sp>
        <p:nvSpPr>
          <p:cNvPr id="7" name="Text 5"/>
          <p:cNvSpPr/>
          <p:nvPr/>
        </p:nvSpPr>
        <p:spPr>
          <a:xfrm>
            <a:off x="993833" y="2704336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5400" b="1" spc="-133" dirty="0">
                <a:solidFill>
                  <a:srgbClr val="002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기획안</a:t>
            </a:r>
            <a:endParaRPr lang="en-US" sz="5400" spc="-133" dirty="0">
              <a:solidFill>
                <a:srgbClr val="00206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93833" y="4134988"/>
            <a:ext cx="853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r>
              <a:rPr lang="ko-KR" altLang="en-US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년 </a:t>
            </a:r>
            <a:r>
              <a:rPr lang="en-US" altLang="ko-KR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r>
              <a:rPr lang="ko-KR" altLang="en-US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1D5F3F9-D11F-94BD-ABC4-F46E8E035C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33" y="6083126"/>
            <a:ext cx="1167476" cy="3104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04CD9A90-F924-5B94-CFF2-CF3EFD29E1DA}"/>
              </a:ext>
            </a:extLst>
          </p:cNvPr>
          <p:cNvSpPr/>
          <p:nvPr/>
        </p:nvSpPr>
        <p:spPr>
          <a:xfrm>
            <a:off x="221673" y="2132567"/>
            <a:ext cx="6287080" cy="37071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F985BA-31FF-EA58-0936-4358BCC7AF98}"/>
              </a:ext>
            </a:extLst>
          </p:cNvPr>
          <p:cNvSpPr txBox="1"/>
          <p:nvPr/>
        </p:nvSpPr>
        <p:spPr>
          <a:xfrm>
            <a:off x="544367" y="2511257"/>
            <a:ext cx="9717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GC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케어 로고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DB9C79-84F7-746D-2AA9-30C8A6B19494}"/>
              </a:ext>
            </a:extLst>
          </p:cNvPr>
          <p:cNvSpPr txBox="1"/>
          <p:nvPr/>
        </p:nvSpPr>
        <p:spPr>
          <a:xfrm>
            <a:off x="544367" y="4211136"/>
            <a:ext cx="4627998" cy="1007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검진 결과가 나왔습니다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이제 무엇을 해야 할까요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?</a:t>
            </a:r>
            <a:endParaRPr lang="ko-KR" altLang="en-US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68C3DD-6C4F-4F38-8B11-EEC215086D6D}"/>
              </a:ext>
            </a:extLst>
          </p:cNvPr>
          <p:cNvSpPr txBox="1"/>
          <p:nvPr/>
        </p:nvSpPr>
        <p:spPr>
          <a:xfrm>
            <a:off x="5107249" y="4277308"/>
            <a:ext cx="888385" cy="830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디자인 요소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IMG</a:t>
            </a:r>
          </a:p>
          <a:p>
            <a:pPr algn="ctr"/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657CFE03-2E4B-9070-A242-2BF34B8DFA11}"/>
              </a:ext>
            </a:extLst>
          </p:cNvPr>
          <p:cNvSpPr/>
          <p:nvPr/>
        </p:nvSpPr>
        <p:spPr>
          <a:xfrm>
            <a:off x="0" y="-1"/>
            <a:ext cx="12192000" cy="129309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E71B9A5-68D5-4525-BF96-953FA2BA39C0}"/>
              </a:ext>
            </a:extLst>
          </p:cNvPr>
          <p:cNvGrpSpPr/>
          <p:nvPr/>
        </p:nvGrpSpPr>
        <p:grpSpPr>
          <a:xfrm>
            <a:off x="655031" y="772255"/>
            <a:ext cx="499514" cy="499514"/>
            <a:chOff x="457200" y="265176"/>
            <a:chExt cx="347472" cy="347472"/>
          </a:xfrm>
        </p:grpSpPr>
        <p:sp>
          <p:nvSpPr>
            <p:cNvPr id="16" name="Shape 1">
              <a:extLst>
                <a:ext uri="{FF2B5EF4-FFF2-40B4-BE49-F238E27FC236}">
                  <a16:creationId xmlns:a16="http://schemas.microsoft.com/office/drawing/2014/main" id="{A204FE14-4BB8-CEB7-6E64-7FDA0B5980D2}"/>
                </a:ext>
              </a:extLst>
            </p:cNvPr>
            <p:cNvSpPr/>
            <p:nvPr/>
          </p:nvSpPr>
          <p:spPr>
            <a:xfrm>
              <a:off x="457200" y="265176"/>
              <a:ext cx="347472" cy="347472"/>
            </a:xfrm>
            <a:prstGeom prst="roundRect">
              <a:avLst>
                <a:gd name="adj" fmla="val 15789"/>
              </a:avLst>
            </a:prstGeom>
            <a:solidFill>
              <a:srgbClr val="002060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/>
            <a:lstStyle/>
            <a:p>
              <a:endParaRPr lang="ko-KR" altLang="en-US" sz="2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7" name="Text 2">
              <a:extLst>
                <a:ext uri="{FF2B5EF4-FFF2-40B4-BE49-F238E27FC236}">
                  <a16:creationId xmlns:a16="http://schemas.microsoft.com/office/drawing/2014/main" id="{D3CF5EA6-3AF5-A1C9-EA7A-3B1B3FB606BE}"/>
                </a:ext>
              </a:extLst>
            </p:cNvPr>
            <p:cNvSpPr/>
            <p:nvPr/>
          </p:nvSpPr>
          <p:spPr>
            <a:xfrm>
              <a:off x="457200" y="265176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01</a:t>
              </a:r>
              <a:endParaRPr lang="en-US" sz="1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sp>
        <p:nvSpPr>
          <p:cNvPr id="18" name="Text 6">
            <a:extLst>
              <a:ext uri="{FF2B5EF4-FFF2-40B4-BE49-F238E27FC236}">
                <a16:creationId xmlns:a16="http://schemas.microsoft.com/office/drawing/2014/main" id="{D14C06A3-7F05-887C-6D5B-AE2BD6AA8A5E}"/>
              </a:ext>
            </a:extLst>
          </p:cNvPr>
          <p:cNvSpPr/>
          <p:nvPr/>
        </p:nvSpPr>
        <p:spPr>
          <a:xfrm>
            <a:off x="1409470" y="745440"/>
            <a:ext cx="853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000" b="1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썸네일 </a:t>
            </a:r>
            <a:r>
              <a:rPr lang="en-US" altLang="ko-KR" sz="2000" b="1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</a:t>
            </a:r>
            <a:r>
              <a:rPr lang="ko-KR" altLang="en-US" sz="2000" b="1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 콘텐츠 </a:t>
            </a:r>
            <a:endParaRPr lang="en-US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B3B2CF-8C3B-9807-6661-0C353F35A200}"/>
              </a:ext>
            </a:extLst>
          </p:cNvPr>
          <p:cNvSpPr txBox="1"/>
          <p:nvPr/>
        </p:nvSpPr>
        <p:spPr>
          <a:xfrm>
            <a:off x="7199504" y="2568914"/>
            <a:ext cx="5565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예시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CBE0FD79-381B-F92F-D68C-FCC8B7EC84A8}"/>
              </a:ext>
            </a:extLst>
          </p:cNvPr>
          <p:cNvGrpSpPr/>
          <p:nvPr/>
        </p:nvGrpSpPr>
        <p:grpSpPr>
          <a:xfrm>
            <a:off x="7299092" y="2902993"/>
            <a:ext cx="4892908" cy="1530856"/>
            <a:chOff x="7290039" y="2914468"/>
            <a:chExt cx="4892908" cy="153085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A497B2D-A566-E681-A7E3-C51DB9320E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90039" y="2914468"/>
              <a:ext cx="2904163" cy="1530856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FC0EF66E-B8BB-854F-8218-A42919BBE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20601"/>
            <a:stretch>
              <a:fillRect/>
            </a:stretch>
          </p:blipFill>
          <p:spPr>
            <a:xfrm>
              <a:off x="10389050" y="3195348"/>
              <a:ext cx="1793897" cy="12499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35436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69639-D430-F386-52C3-41702F356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08054E1-8B52-02A2-2A11-3F3AA98F31AB}"/>
              </a:ext>
            </a:extLst>
          </p:cNvPr>
          <p:cNvSpPr/>
          <p:nvPr/>
        </p:nvSpPr>
        <p:spPr>
          <a:xfrm>
            <a:off x="221673" y="2132567"/>
            <a:ext cx="6287080" cy="37071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8BA780-61DF-E7DF-2B2F-34FD3C0CBD53}"/>
              </a:ext>
            </a:extLst>
          </p:cNvPr>
          <p:cNvSpPr txBox="1"/>
          <p:nvPr/>
        </p:nvSpPr>
        <p:spPr>
          <a:xfrm>
            <a:off x="544367" y="2511257"/>
            <a:ext cx="9717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GC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케어 로고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EAE53A-7788-2858-59B9-A4BEC4D1AAFE}"/>
              </a:ext>
            </a:extLst>
          </p:cNvPr>
          <p:cNvSpPr txBox="1"/>
          <p:nvPr/>
        </p:nvSpPr>
        <p:spPr>
          <a:xfrm>
            <a:off x="544367" y="4211136"/>
            <a:ext cx="4627998" cy="934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걷기 챌린지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, </a:t>
            </a:r>
          </a:p>
          <a:p>
            <a:pPr>
              <a:lnSpc>
                <a:spcPct val="130000"/>
              </a:lnSpc>
            </a:pP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더 오래 참여하고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더 쉽게 운영하려면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?</a:t>
            </a:r>
            <a:endParaRPr lang="ko-KR" altLang="en-US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C543B519-F4EC-14F0-44E1-E99B8455C62E}"/>
              </a:ext>
            </a:extLst>
          </p:cNvPr>
          <p:cNvSpPr/>
          <p:nvPr/>
        </p:nvSpPr>
        <p:spPr>
          <a:xfrm>
            <a:off x="0" y="-1"/>
            <a:ext cx="12192000" cy="129309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D6C8A0B-8B1B-9C36-904D-C0AB86A0C130}"/>
              </a:ext>
            </a:extLst>
          </p:cNvPr>
          <p:cNvGrpSpPr/>
          <p:nvPr/>
        </p:nvGrpSpPr>
        <p:grpSpPr>
          <a:xfrm>
            <a:off x="655031" y="772255"/>
            <a:ext cx="499514" cy="499514"/>
            <a:chOff x="457200" y="265176"/>
            <a:chExt cx="347472" cy="347472"/>
          </a:xfrm>
        </p:grpSpPr>
        <p:sp>
          <p:nvSpPr>
            <p:cNvPr id="16" name="Shape 1">
              <a:extLst>
                <a:ext uri="{FF2B5EF4-FFF2-40B4-BE49-F238E27FC236}">
                  <a16:creationId xmlns:a16="http://schemas.microsoft.com/office/drawing/2014/main" id="{74E5D27B-5718-BDA6-487C-903F8A845D90}"/>
                </a:ext>
              </a:extLst>
            </p:cNvPr>
            <p:cNvSpPr/>
            <p:nvPr/>
          </p:nvSpPr>
          <p:spPr>
            <a:xfrm>
              <a:off x="457200" y="265176"/>
              <a:ext cx="347472" cy="347472"/>
            </a:xfrm>
            <a:prstGeom prst="roundRect">
              <a:avLst>
                <a:gd name="adj" fmla="val 15789"/>
              </a:avLst>
            </a:prstGeom>
            <a:solidFill>
              <a:srgbClr val="002060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/>
            <a:lstStyle/>
            <a:p>
              <a:endParaRPr lang="ko-KR" altLang="en-US" sz="2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7" name="Text 2">
              <a:extLst>
                <a:ext uri="{FF2B5EF4-FFF2-40B4-BE49-F238E27FC236}">
                  <a16:creationId xmlns:a16="http://schemas.microsoft.com/office/drawing/2014/main" id="{BAD08BAC-F7D3-5CF4-3907-50680DFA5267}"/>
                </a:ext>
              </a:extLst>
            </p:cNvPr>
            <p:cNvSpPr/>
            <p:nvPr/>
          </p:nvSpPr>
          <p:spPr>
            <a:xfrm>
              <a:off x="457200" y="265176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02</a:t>
              </a:r>
              <a:endParaRPr lang="en-US" sz="1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sp>
        <p:nvSpPr>
          <p:cNvPr id="18" name="Text 6">
            <a:extLst>
              <a:ext uri="{FF2B5EF4-FFF2-40B4-BE49-F238E27FC236}">
                <a16:creationId xmlns:a16="http://schemas.microsoft.com/office/drawing/2014/main" id="{14909128-666E-D762-08E3-4D94D2426A00}"/>
              </a:ext>
            </a:extLst>
          </p:cNvPr>
          <p:cNvSpPr/>
          <p:nvPr/>
        </p:nvSpPr>
        <p:spPr>
          <a:xfrm>
            <a:off x="1409470" y="745440"/>
            <a:ext cx="853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000" b="1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썸네일 </a:t>
            </a:r>
            <a:r>
              <a:rPr lang="en-US" altLang="ko-KR" sz="2000" b="1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</a:t>
            </a:r>
            <a:r>
              <a:rPr lang="ko-KR" altLang="en-US" sz="2000" b="1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서브 콘텐츠 </a:t>
            </a:r>
            <a:endParaRPr lang="en-US" sz="2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94BC8F9-7552-2C2D-AD09-0CE114953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7183" y="2656291"/>
            <a:ext cx="3517910" cy="190936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BA94E4C-09A7-B7E1-8D8A-8AC4993D5A41}"/>
              </a:ext>
            </a:extLst>
          </p:cNvPr>
          <p:cNvSpPr txBox="1"/>
          <p:nvPr/>
        </p:nvSpPr>
        <p:spPr>
          <a:xfrm>
            <a:off x="7199504" y="2568914"/>
            <a:ext cx="5565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예시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081B75-5E85-4EC0-A77B-95CFBA3D2C1C}"/>
              </a:ext>
            </a:extLst>
          </p:cNvPr>
          <p:cNvSpPr txBox="1"/>
          <p:nvPr/>
        </p:nvSpPr>
        <p:spPr>
          <a:xfrm>
            <a:off x="5107249" y="4277308"/>
            <a:ext cx="888385" cy="830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디자인 요소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IMG</a:t>
            </a:r>
          </a:p>
          <a:p>
            <a:pPr algn="ctr"/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0719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5DDEF-485E-485E-C5E6-087D314BF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65235FDE-67C3-8CDF-627A-1149E5DA4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991" y="2450953"/>
            <a:ext cx="3386137" cy="1396232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70F313F3-9F82-8308-EC28-15282530FBD6}"/>
              </a:ext>
            </a:extLst>
          </p:cNvPr>
          <p:cNvSpPr/>
          <p:nvPr/>
        </p:nvSpPr>
        <p:spPr>
          <a:xfrm>
            <a:off x="0" y="-1"/>
            <a:ext cx="12192000" cy="129309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33999CC-4E14-FDD7-5C8C-AFB621F1E004}"/>
              </a:ext>
            </a:extLst>
          </p:cNvPr>
          <p:cNvGrpSpPr/>
          <p:nvPr/>
        </p:nvGrpSpPr>
        <p:grpSpPr>
          <a:xfrm>
            <a:off x="79569" y="305436"/>
            <a:ext cx="2817539" cy="446945"/>
            <a:chOff x="457200" y="265176"/>
            <a:chExt cx="347472" cy="347472"/>
          </a:xfrm>
        </p:grpSpPr>
        <p:sp>
          <p:nvSpPr>
            <p:cNvPr id="16" name="Shape 1">
              <a:extLst>
                <a:ext uri="{FF2B5EF4-FFF2-40B4-BE49-F238E27FC236}">
                  <a16:creationId xmlns:a16="http://schemas.microsoft.com/office/drawing/2014/main" id="{3C1ED7D5-6FE1-76F8-EE99-42163CEF4EBB}"/>
                </a:ext>
              </a:extLst>
            </p:cNvPr>
            <p:cNvSpPr/>
            <p:nvPr/>
          </p:nvSpPr>
          <p:spPr>
            <a:xfrm>
              <a:off x="457200" y="265176"/>
              <a:ext cx="347472" cy="347472"/>
            </a:xfrm>
            <a:prstGeom prst="roundRect">
              <a:avLst>
                <a:gd name="adj" fmla="val 15789"/>
              </a:avLst>
            </a:prstGeom>
            <a:solidFill>
              <a:srgbClr val="002060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2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7" name="Text 2">
              <a:extLst>
                <a:ext uri="{FF2B5EF4-FFF2-40B4-BE49-F238E27FC236}">
                  <a16:creationId xmlns:a16="http://schemas.microsoft.com/office/drawing/2014/main" id="{8B17E085-855F-5A62-16E3-74703A927E4C}"/>
                </a:ext>
              </a:extLst>
            </p:cNvPr>
            <p:cNvSpPr/>
            <p:nvPr/>
          </p:nvSpPr>
          <p:spPr>
            <a:xfrm>
              <a:off x="457200" y="265176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600" b="1" dirty="0" err="1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리드마그넷</a:t>
              </a:r>
              <a:endParaRPr lang="en-US" sz="1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96B97C7-E095-D38E-A326-1A7F17ACE142}"/>
              </a:ext>
            </a:extLst>
          </p:cNvPr>
          <p:cNvSpPr txBox="1"/>
          <p:nvPr/>
        </p:nvSpPr>
        <p:spPr>
          <a:xfrm>
            <a:off x="389158" y="1234453"/>
            <a:ext cx="8935911" cy="983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첨부드린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개의 워드 파일을 각각 이미지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(PNG)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제작 요청 드립니다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별도의 디자인 요소를 많이 넣기보다는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문서 내용을 가독성 있게 정리한 이미지 형태로 제작해 주시면 될 것 같습니다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ko-KR" alt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8361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F88E4-B1F4-D234-EBDC-F8F24FE9B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FC51D5F-3052-043F-5D69-16B8B30A0B69}"/>
              </a:ext>
            </a:extLst>
          </p:cNvPr>
          <p:cNvSpPr/>
          <p:nvPr/>
        </p:nvSpPr>
        <p:spPr>
          <a:xfrm>
            <a:off x="0" y="-1"/>
            <a:ext cx="12192000" cy="129309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C1A9DC9-71EA-00FD-AB59-904C93DD0A71}"/>
              </a:ext>
            </a:extLst>
          </p:cNvPr>
          <p:cNvGrpSpPr/>
          <p:nvPr/>
        </p:nvGrpSpPr>
        <p:grpSpPr>
          <a:xfrm>
            <a:off x="79569" y="305436"/>
            <a:ext cx="2817539" cy="446945"/>
            <a:chOff x="457200" y="265176"/>
            <a:chExt cx="347472" cy="347472"/>
          </a:xfrm>
        </p:grpSpPr>
        <p:sp>
          <p:nvSpPr>
            <p:cNvPr id="16" name="Shape 1">
              <a:extLst>
                <a:ext uri="{FF2B5EF4-FFF2-40B4-BE49-F238E27FC236}">
                  <a16:creationId xmlns:a16="http://schemas.microsoft.com/office/drawing/2014/main" id="{8D2F984D-E537-260D-7B37-90C38C56FFD1}"/>
                </a:ext>
              </a:extLst>
            </p:cNvPr>
            <p:cNvSpPr/>
            <p:nvPr/>
          </p:nvSpPr>
          <p:spPr>
            <a:xfrm>
              <a:off x="457200" y="265176"/>
              <a:ext cx="347472" cy="347472"/>
            </a:xfrm>
            <a:prstGeom prst="roundRect">
              <a:avLst>
                <a:gd name="adj" fmla="val 15789"/>
              </a:avLst>
            </a:prstGeom>
            <a:solidFill>
              <a:srgbClr val="002060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2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7" name="Text 2">
              <a:extLst>
                <a:ext uri="{FF2B5EF4-FFF2-40B4-BE49-F238E27FC236}">
                  <a16:creationId xmlns:a16="http://schemas.microsoft.com/office/drawing/2014/main" id="{8A4CEE8B-D8BA-481C-0A2A-25BC3B2E0FE6}"/>
                </a:ext>
              </a:extLst>
            </p:cNvPr>
            <p:cNvSpPr/>
            <p:nvPr/>
          </p:nvSpPr>
          <p:spPr>
            <a:xfrm>
              <a:off x="457200" y="265176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600" b="1" dirty="0" err="1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리드마그넷</a:t>
              </a:r>
              <a:endParaRPr lang="en-US" sz="1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17967FDC-9E7F-B87D-4767-258FB39BB904}"/>
              </a:ext>
            </a:extLst>
          </p:cNvPr>
          <p:cNvGrpSpPr/>
          <p:nvPr/>
        </p:nvGrpSpPr>
        <p:grpSpPr>
          <a:xfrm>
            <a:off x="9976919" y="3709378"/>
            <a:ext cx="2069920" cy="3030961"/>
            <a:chOff x="5932733" y="2549686"/>
            <a:chExt cx="3575656" cy="523579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C563CA0-A2FD-6C8C-2E4F-83C5BA9E1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733" y="3137126"/>
              <a:ext cx="3575656" cy="4648353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AEE33CC-8F3E-7151-561B-6C54FFE0375E}"/>
                </a:ext>
              </a:extLst>
            </p:cNvPr>
            <p:cNvSpPr txBox="1"/>
            <p:nvPr/>
          </p:nvSpPr>
          <p:spPr>
            <a:xfrm>
              <a:off x="6089126" y="2549686"/>
              <a:ext cx="861132" cy="2770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</a:t>
              </a:r>
              <a:r>
                <a:rPr lang="ko-KR" altLang="en-US" sz="12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기존 예시</a:t>
              </a:r>
              <a:r>
                <a:rPr lang="en-US" altLang="ko-KR" sz="12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</a:t>
              </a:r>
              <a:endPara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CB481475-67EA-D045-B773-DFD327CEF2DE}"/>
              </a:ext>
            </a:extLst>
          </p:cNvPr>
          <p:cNvGrpSpPr/>
          <p:nvPr/>
        </p:nvGrpSpPr>
        <p:grpSpPr>
          <a:xfrm>
            <a:off x="565124" y="2201928"/>
            <a:ext cx="7718797" cy="4538411"/>
            <a:chOff x="202986" y="1536192"/>
            <a:chExt cx="7718797" cy="4538411"/>
          </a:xfrm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AF57A85F-5003-9656-F52F-A3DE34C7D4C8}"/>
                </a:ext>
              </a:extLst>
            </p:cNvPr>
            <p:cNvGrpSpPr/>
            <p:nvPr/>
          </p:nvGrpSpPr>
          <p:grpSpPr>
            <a:xfrm>
              <a:off x="202986" y="1825419"/>
              <a:ext cx="7718797" cy="4249184"/>
              <a:chOff x="501750" y="1194064"/>
              <a:chExt cx="9733909" cy="5358500"/>
            </a:xfrm>
          </p:grpSpPr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BB2D9F73-147C-0D6D-0EC6-150AA97B28A6}"/>
                  </a:ext>
                </a:extLst>
              </p:cNvPr>
              <p:cNvSpPr/>
              <p:nvPr/>
            </p:nvSpPr>
            <p:spPr>
              <a:xfrm>
                <a:off x="501750" y="1194064"/>
                <a:ext cx="4522923" cy="5358500"/>
              </a:xfrm>
              <a:prstGeom prst="rect">
                <a:avLst/>
              </a:prstGeom>
              <a:solidFill>
                <a:srgbClr val="EDF3F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E4500F6-DBE0-84DB-0F9C-9A5F02756662}"/>
                  </a:ext>
                </a:extLst>
              </p:cNvPr>
              <p:cNvSpPr txBox="1"/>
              <p:nvPr/>
            </p:nvSpPr>
            <p:spPr>
              <a:xfrm>
                <a:off x="1603984" y="1827858"/>
                <a:ext cx="203934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HR·</a:t>
                </a:r>
                <a:r>
                  <a:rPr lang="ko-KR" altLang="en-US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보건 담당자를 위한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41BF4BC-A0BD-BD16-4CFF-8216483D27F3}"/>
                  </a:ext>
                </a:extLst>
              </p:cNvPr>
              <p:cNvSpPr txBox="1"/>
              <p:nvPr/>
            </p:nvSpPr>
            <p:spPr>
              <a:xfrm>
                <a:off x="694495" y="2213001"/>
                <a:ext cx="413743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24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일반건강진단</a:t>
                </a:r>
                <a:endParaRPr lang="en-US" altLang="ko-KR" sz="24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algn="ctr"/>
                <a:r>
                  <a:rPr lang="ko-KR" altLang="en-US" sz="24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결과</a:t>
                </a:r>
                <a:r>
                  <a:rPr lang="en-US" altLang="ko-KR" sz="24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</a:t>
                </a:r>
                <a:r>
                  <a:rPr lang="ko-KR" altLang="en-US" sz="24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확인 가이드</a:t>
                </a:r>
              </a:p>
            </p:txBody>
          </p:sp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0F6E8BE1-F6DC-0B03-5739-2269AEED55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5475" b="5336"/>
              <a:stretch>
                <a:fillRect/>
              </a:stretch>
            </p:blipFill>
            <p:spPr>
              <a:xfrm>
                <a:off x="1756167" y="3555370"/>
                <a:ext cx="2014087" cy="2741929"/>
              </a:xfrm>
              <a:prstGeom prst="rect">
                <a:avLst/>
              </a:prstGeom>
            </p:spPr>
          </p:pic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33C01D67-0CD7-71E9-E936-6F921B2EDBB1}"/>
                  </a:ext>
                </a:extLst>
              </p:cNvPr>
              <p:cNvSpPr/>
              <p:nvPr/>
            </p:nvSpPr>
            <p:spPr>
              <a:xfrm>
                <a:off x="5712736" y="1194064"/>
                <a:ext cx="4522923" cy="5358500"/>
              </a:xfrm>
              <a:prstGeom prst="rect">
                <a:avLst/>
              </a:prstGeom>
              <a:solidFill>
                <a:srgbClr val="EDF3F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4132CDE-68A8-5B92-C1DB-A8110698828C}"/>
                  </a:ext>
                </a:extLst>
              </p:cNvPr>
              <p:cNvSpPr txBox="1"/>
              <p:nvPr/>
            </p:nvSpPr>
            <p:spPr>
              <a:xfrm>
                <a:off x="6950751" y="1849734"/>
                <a:ext cx="203934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HR·</a:t>
                </a:r>
                <a:r>
                  <a:rPr lang="ko-KR" altLang="en-US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보건 담당자를 위한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43B1E6A-A554-C942-9A22-6FB14E9E5652}"/>
                  </a:ext>
                </a:extLst>
              </p:cNvPr>
              <p:cNvSpPr txBox="1"/>
              <p:nvPr/>
            </p:nvSpPr>
            <p:spPr>
              <a:xfrm>
                <a:off x="5905481" y="2234877"/>
                <a:ext cx="413743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24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특수건강진단</a:t>
                </a:r>
                <a:endParaRPr lang="en-US" altLang="ko-KR" sz="24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algn="ctr"/>
                <a:r>
                  <a:rPr lang="ko-KR" altLang="en-US" sz="24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결과</a:t>
                </a:r>
                <a:r>
                  <a:rPr lang="en-US" altLang="ko-KR" sz="24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</a:t>
                </a:r>
                <a:r>
                  <a:rPr lang="ko-KR" altLang="en-US" sz="24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확인 가이드</a:t>
                </a: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23CE200B-FF9E-1135-E3E6-086C4024E1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25921" y="3487275"/>
                <a:ext cx="2496552" cy="2596129"/>
              </a:xfrm>
              <a:prstGeom prst="rect">
                <a:avLst/>
              </a:prstGeom>
            </p:spPr>
          </p:pic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7EBAEC4-721D-9442-D718-3786FD2FE251}"/>
                </a:ext>
              </a:extLst>
            </p:cNvPr>
            <p:cNvSpPr txBox="1"/>
            <p:nvPr/>
          </p:nvSpPr>
          <p:spPr>
            <a:xfrm>
              <a:off x="260625" y="1560378"/>
              <a:ext cx="55656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표지 </a:t>
              </a:r>
              <a:r>
                <a:rPr lang="en-US" altLang="ko-KR" sz="12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</a:t>
              </a:r>
              <a:endPara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A279F9C-2A60-A179-1399-BB58A3D966D1}"/>
                </a:ext>
              </a:extLst>
            </p:cNvPr>
            <p:cNvSpPr txBox="1"/>
            <p:nvPr/>
          </p:nvSpPr>
          <p:spPr>
            <a:xfrm>
              <a:off x="4323974" y="1536192"/>
              <a:ext cx="5790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표지 </a:t>
              </a:r>
              <a:r>
                <a:rPr lang="en-US" altLang="ko-KR" sz="12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2</a:t>
              </a:r>
              <a:endPara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277BD2E-8500-C4DA-B7EA-B76BB9255AF4}"/>
                </a:ext>
              </a:extLst>
            </p:cNvPr>
            <p:cNvSpPr txBox="1"/>
            <p:nvPr/>
          </p:nvSpPr>
          <p:spPr>
            <a:xfrm>
              <a:off x="3245174" y="5661601"/>
              <a:ext cx="4347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(CI)</a:t>
              </a:r>
              <a:endPara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C89AEB5-E7DF-9783-09D4-753FD41BECA7}"/>
                </a:ext>
              </a:extLst>
            </p:cNvPr>
            <p:cNvSpPr txBox="1"/>
            <p:nvPr/>
          </p:nvSpPr>
          <p:spPr>
            <a:xfrm>
              <a:off x="7351304" y="5702569"/>
              <a:ext cx="4347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(CI)</a:t>
              </a:r>
              <a:endPara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6CB85637-18D0-FFF2-57EA-B37BA73EF48D}"/>
              </a:ext>
            </a:extLst>
          </p:cNvPr>
          <p:cNvSpPr txBox="1"/>
          <p:nvPr/>
        </p:nvSpPr>
        <p:spPr>
          <a:xfrm>
            <a:off x="389158" y="1234453"/>
            <a:ext cx="8935911" cy="701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표지 이미지로 활용할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장의 이미지 제작 부탁드립니다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일반건강진단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특수건강진단 각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8228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5ACD0-7E76-BC74-33A6-3D89E8408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DB6C53BB-FD65-B9AA-3E8C-1B2701FF7FAF}"/>
              </a:ext>
            </a:extLst>
          </p:cNvPr>
          <p:cNvSpPr/>
          <p:nvPr/>
        </p:nvSpPr>
        <p:spPr>
          <a:xfrm>
            <a:off x="1216974" y="1194064"/>
            <a:ext cx="9480751" cy="5358500"/>
          </a:xfrm>
          <a:prstGeom prst="rect">
            <a:avLst/>
          </a:prstGeom>
          <a:solidFill>
            <a:srgbClr val="ED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49D00BA6-0D8E-0F8D-9E1A-80BE40815E82}"/>
              </a:ext>
            </a:extLst>
          </p:cNvPr>
          <p:cNvSpPr/>
          <p:nvPr/>
        </p:nvSpPr>
        <p:spPr>
          <a:xfrm>
            <a:off x="0" y="-1"/>
            <a:ext cx="12192000" cy="129309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444345D-A15B-9A2D-6258-C1641D6E56B1}"/>
              </a:ext>
            </a:extLst>
          </p:cNvPr>
          <p:cNvGrpSpPr/>
          <p:nvPr/>
        </p:nvGrpSpPr>
        <p:grpSpPr>
          <a:xfrm>
            <a:off x="79569" y="305436"/>
            <a:ext cx="2817539" cy="446945"/>
            <a:chOff x="457200" y="265176"/>
            <a:chExt cx="347472" cy="347472"/>
          </a:xfrm>
        </p:grpSpPr>
        <p:sp>
          <p:nvSpPr>
            <p:cNvPr id="16" name="Shape 1">
              <a:extLst>
                <a:ext uri="{FF2B5EF4-FFF2-40B4-BE49-F238E27FC236}">
                  <a16:creationId xmlns:a16="http://schemas.microsoft.com/office/drawing/2014/main" id="{395386D0-2726-A8D9-6DEF-2503B8B8FF5A}"/>
                </a:ext>
              </a:extLst>
            </p:cNvPr>
            <p:cNvSpPr/>
            <p:nvPr/>
          </p:nvSpPr>
          <p:spPr>
            <a:xfrm>
              <a:off x="457200" y="265176"/>
              <a:ext cx="347472" cy="347472"/>
            </a:xfrm>
            <a:prstGeom prst="roundRect">
              <a:avLst>
                <a:gd name="adj" fmla="val 15789"/>
              </a:avLst>
            </a:prstGeom>
            <a:solidFill>
              <a:srgbClr val="002060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2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7" name="Text 2">
              <a:extLst>
                <a:ext uri="{FF2B5EF4-FFF2-40B4-BE49-F238E27FC236}">
                  <a16:creationId xmlns:a16="http://schemas.microsoft.com/office/drawing/2014/main" id="{850B3438-4148-9111-894C-3E40173CCFDF}"/>
                </a:ext>
              </a:extLst>
            </p:cNvPr>
            <p:cNvSpPr/>
            <p:nvPr/>
          </p:nvSpPr>
          <p:spPr>
            <a:xfrm>
              <a:off x="457200" y="265176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600" b="1" dirty="0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서브 콘텐츠</a:t>
              </a:r>
              <a:endParaRPr lang="en-US" sz="1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25629AE3-9F45-1080-D20C-CF46CBCDB9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16" b="73593"/>
          <a:stretch>
            <a:fillRect/>
          </a:stretch>
        </p:blipFill>
        <p:spPr>
          <a:xfrm>
            <a:off x="1649775" y="2538294"/>
            <a:ext cx="2528144" cy="326830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C1F629D-9389-B9DE-FAFB-03D60E085A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63" b="73816"/>
          <a:stretch>
            <a:fillRect/>
          </a:stretch>
        </p:blipFill>
        <p:spPr>
          <a:xfrm>
            <a:off x="4786518" y="2605811"/>
            <a:ext cx="2618963" cy="319199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F115CF4-177C-B015-504E-775167E17D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37" b="50330"/>
          <a:stretch>
            <a:fillRect/>
          </a:stretch>
        </p:blipFill>
        <p:spPr>
          <a:xfrm>
            <a:off x="7923263" y="2538294"/>
            <a:ext cx="2405366" cy="32683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D309DE7-BF5A-850A-7F67-769FB3BC68EC}"/>
              </a:ext>
            </a:extLst>
          </p:cNvPr>
          <p:cNvSpPr txBox="1"/>
          <p:nvPr/>
        </p:nvSpPr>
        <p:spPr>
          <a:xfrm>
            <a:off x="1444591" y="1667505"/>
            <a:ext cx="18149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① 걸음 수 추이 확인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3F5A10-700A-C13A-548D-B5BA91326D4E}"/>
              </a:ext>
            </a:extLst>
          </p:cNvPr>
          <p:cNvSpPr txBox="1"/>
          <p:nvPr/>
        </p:nvSpPr>
        <p:spPr>
          <a:xfrm>
            <a:off x="4605517" y="1667504"/>
            <a:ext cx="23487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② 나만의 캐릭터와 닉네임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1F5F60-1BD4-0592-1572-2981294A5C27}"/>
              </a:ext>
            </a:extLst>
          </p:cNvPr>
          <p:cNvSpPr txBox="1"/>
          <p:nvPr/>
        </p:nvSpPr>
        <p:spPr>
          <a:xfrm>
            <a:off x="7923263" y="1667504"/>
            <a:ext cx="2222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③ 오늘의 미션과 </a:t>
            </a:r>
            <a:r>
              <a:rPr lang="ko-KR" altLang="en-US" sz="16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걷기템</a:t>
            </a:r>
            <a:endParaRPr lang="ko-KR" altLang="en-US" sz="16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80E37C-605F-1D45-6B19-C215D8C303A0}"/>
              </a:ext>
            </a:extLst>
          </p:cNvPr>
          <p:cNvSpPr txBox="1"/>
          <p:nvPr/>
        </p:nvSpPr>
        <p:spPr>
          <a:xfrm>
            <a:off x="10111261" y="6200331"/>
            <a:ext cx="4347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(CI)</a:t>
            </a:r>
            <a:endParaRPr lang="ko-KR" alt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0197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DF071-5304-2F01-4A50-6F83E8F4B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CCFA24-7A61-D9B9-D96A-15DA78691B12}"/>
              </a:ext>
            </a:extLst>
          </p:cNvPr>
          <p:cNvSpPr/>
          <p:nvPr/>
        </p:nvSpPr>
        <p:spPr>
          <a:xfrm>
            <a:off x="0" y="-1"/>
            <a:ext cx="12192000" cy="129309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E5FA5A5-1C08-1B6F-C00F-306C1E002799}"/>
              </a:ext>
            </a:extLst>
          </p:cNvPr>
          <p:cNvGrpSpPr/>
          <p:nvPr/>
        </p:nvGrpSpPr>
        <p:grpSpPr>
          <a:xfrm>
            <a:off x="79569" y="305436"/>
            <a:ext cx="2817539" cy="446945"/>
            <a:chOff x="457200" y="265176"/>
            <a:chExt cx="347472" cy="347472"/>
          </a:xfrm>
        </p:grpSpPr>
        <p:sp>
          <p:nvSpPr>
            <p:cNvPr id="16" name="Shape 1">
              <a:extLst>
                <a:ext uri="{FF2B5EF4-FFF2-40B4-BE49-F238E27FC236}">
                  <a16:creationId xmlns:a16="http://schemas.microsoft.com/office/drawing/2014/main" id="{99C95CD7-3110-4E4D-E33B-ECC966282EAF}"/>
                </a:ext>
              </a:extLst>
            </p:cNvPr>
            <p:cNvSpPr/>
            <p:nvPr/>
          </p:nvSpPr>
          <p:spPr>
            <a:xfrm>
              <a:off x="457200" y="265176"/>
              <a:ext cx="347472" cy="347472"/>
            </a:xfrm>
            <a:prstGeom prst="roundRect">
              <a:avLst>
                <a:gd name="adj" fmla="val 15789"/>
              </a:avLst>
            </a:prstGeom>
            <a:solidFill>
              <a:srgbClr val="002060"/>
            </a:solidFill>
            <a:ln w="12700">
              <a:solidFill>
                <a:srgbClr val="002060"/>
              </a:solidFill>
              <a:prstDash val="solid"/>
            </a:ln>
          </p:spPr>
          <p:txBody>
            <a:bodyPr/>
            <a:lstStyle/>
            <a:p>
              <a:pPr algn="ctr"/>
              <a:endParaRPr lang="ko-KR" altLang="en-US" sz="2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7" name="Text 2">
              <a:extLst>
                <a:ext uri="{FF2B5EF4-FFF2-40B4-BE49-F238E27FC236}">
                  <a16:creationId xmlns:a16="http://schemas.microsoft.com/office/drawing/2014/main" id="{F2B4A8CC-4EB7-E665-3CDB-647C428AD7F3}"/>
                </a:ext>
              </a:extLst>
            </p:cNvPr>
            <p:cNvSpPr/>
            <p:nvPr/>
          </p:nvSpPr>
          <p:spPr>
            <a:xfrm>
              <a:off x="457200" y="265176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600" b="1" dirty="0">
                  <a:solidFill>
                    <a:srgbClr val="FFFFFF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서브 콘텐츠</a:t>
              </a:r>
              <a:endParaRPr lang="en-US" sz="16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E5E0E5-0EFF-2478-2F46-A7C682218ADA}"/>
              </a:ext>
            </a:extLst>
          </p:cNvPr>
          <p:cNvSpPr/>
          <p:nvPr/>
        </p:nvSpPr>
        <p:spPr>
          <a:xfrm>
            <a:off x="642796" y="1339913"/>
            <a:ext cx="7496269" cy="4236875"/>
          </a:xfrm>
          <a:prstGeom prst="rect">
            <a:avLst/>
          </a:prstGeom>
          <a:solidFill>
            <a:srgbClr val="ED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8FC2D8B-EBD2-E4AF-C2C1-59588AEFA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2341" y="1339913"/>
            <a:ext cx="2525916" cy="142592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3A2370C-122D-BC6D-A0F3-F8DC54C97A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" t="8392" r="2100" b="5124"/>
          <a:stretch>
            <a:fillRect/>
          </a:stretch>
        </p:blipFill>
        <p:spPr>
          <a:xfrm>
            <a:off x="1196843" y="2364046"/>
            <a:ext cx="6335642" cy="278619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C5A056E-AE64-0842-6AC9-7AB6DBBEA3C2}"/>
              </a:ext>
            </a:extLst>
          </p:cNvPr>
          <p:cNvSpPr txBox="1"/>
          <p:nvPr/>
        </p:nvSpPr>
        <p:spPr>
          <a:xfrm>
            <a:off x="1756372" y="1824486"/>
            <a:ext cx="5359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우리 회사에 맞게 설정하고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반복 업무는 줄이고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2ED48EA4-6F40-3D3D-F0A5-23CD252358B4}"/>
              </a:ext>
            </a:extLst>
          </p:cNvPr>
          <p:cNvGrpSpPr/>
          <p:nvPr/>
        </p:nvGrpSpPr>
        <p:grpSpPr>
          <a:xfrm>
            <a:off x="7116023" y="4092168"/>
            <a:ext cx="4852441" cy="430887"/>
            <a:chOff x="7116023" y="4092168"/>
            <a:chExt cx="4852441" cy="43088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FA4588D-C7B8-7DEE-F852-2F7DEF2BE84E}"/>
                </a:ext>
              </a:extLst>
            </p:cNvPr>
            <p:cNvSpPr txBox="1"/>
            <p:nvPr/>
          </p:nvSpPr>
          <p:spPr>
            <a:xfrm>
              <a:off x="8459170" y="4092168"/>
              <a:ext cx="350929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관리자 화면 이미지에서 창이 가로로 너무 넓어 보이는데요</a:t>
              </a:r>
              <a:r>
                <a:rPr lang="en-US" altLang="ko-KR" sz="105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</a:t>
              </a:r>
            </a:p>
            <a:p>
              <a:r>
                <a:rPr lang="ko-KR" altLang="en-US" sz="105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보건이지 화면 예시처럼 레이아웃을 정리해주실 수 있을까요</a:t>
              </a:r>
              <a:r>
                <a:rPr lang="en-US" altLang="ko-KR" sz="105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?</a:t>
              </a:r>
              <a:endPara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061D8847-665E-6B42-B2E8-B3B36C53A92B}"/>
                </a:ext>
              </a:extLst>
            </p:cNvPr>
            <p:cNvCxnSpPr>
              <a:cxnSpLocks/>
            </p:cNvCxnSpPr>
            <p:nvPr/>
          </p:nvCxnSpPr>
          <p:spPr>
            <a:xfrm>
              <a:off x="7116023" y="4307612"/>
              <a:ext cx="1279773" cy="0"/>
            </a:xfrm>
            <a:prstGeom prst="straightConnector1">
              <a:avLst/>
            </a:prstGeom>
            <a:ln w="9525"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1E02735-55FD-C053-2DEA-4BC7F35A7934}"/>
              </a:ext>
            </a:extLst>
          </p:cNvPr>
          <p:cNvSpPr txBox="1"/>
          <p:nvPr/>
        </p:nvSpPr>
        <p:spPr>
          <a:xfrm>
            <a:off x="7532485" y="5241088"/>
            <a:ext cx="4347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(CI)</a:t>
            </a:r>
            <a:endParaRPr lang="ko-KR" alt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3904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EE686F2-5227-40E8-BC4A-EE6802986270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77268645-16d2-4596-917f-a37b09b1cc8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194</Words>
  <Application>Microsoft Office PowerPoint</Application>
  <PresentationFormat>와이드스크린</PresentationFormat>
  <Paragraphs>50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Pretendard</vt:lpstr>
      <vt:lpstr>Pretendard Medium</vt:lpstr>
      <vt:lpstr>Pretendard SemiBold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권솔지 (Solji Kwon)</dc:creator>
  <cp:lastModifiedBy>권솔지 (Solji Kwon)</cp:lastModifiedBy>
  <cp:revision>1</cp:revision>
  <dcterms:created xsi:type="dcterms:W3CDTF">2026-05-08T01:30:27Z</dcterms:created>
  <dcterms:modified xsi:type="dcterms:W3CDTF">2026-09-04T09:21:29Z</dcterms:modified>
</cp:coreProperties>
</file>