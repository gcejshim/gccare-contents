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8" autoAdjust="0"/>
    <p:restoredTop sz="94602" autoAdjust="0"/>
  </p:normalViewPr>
  <p:slideViewPr>
    <p:cSldViewPr>
      <p:cViewPr varScale="1">
        <p:scale>
          <a:sx n="110" d="100"/>
          <a:sy n="110" d="100"/>
        </p:scale>
        <p:origin x="104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심은진 (Eunjin Shim)</cp:lastModifiedBy>
  <cp:revision>2</cp:revision>
  <dcterms:created xsi:type="dcterms:W3CDTF">2006-08-16T00:00:00Z</dcterms:created>
  <dcterms:modified xsi:type="dcterms:W3CDTF">2026-06-18T08:23:27Z</dcterms:modified>
</cp:coreProperties>
</file>